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2.xml" ContentType="application/vnd.openxmlformats-officedocument.presentationml.slideMaster+xml"/>
  <Override PartName="/ppt/slideMasters/_rels/slideMaster1.xml.rels" ContentType="application/vnd.openxmlformats-package.relationships+xml"/>
  <Override PartName="/ppt/slideMasters/_rels/slideMaster1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0" name="Google Shape;11;p1"/>
          <p:cNvCxnSpPr/>
          <p:nvPr/>
        </p:nvCxnSpPr>
        <p:spPr>
          <a:xfrm flipV="1">
            <a:off x="761760" y="826200"/>
            <a:ext cx="2880" cy="917280"/>
          </a:xfrm>
          <a:prstGeom prst="straightConnector1">
            <a:avLst/>
          </a:prstGeom>
          <a:ln w="19050">
            <a:solidFill>
              <a:srgbClr val="1cade4"/>
            </a:solidFill>
            <a:round/>
          </a:ln>
        </p:spPr>
      </p:cxnSp>
      <p:sp>
        <p:nvSpPr>
          <p:cNvPr id="1" name="PlaceHolder 1"/>
          <p:cNvSpPr>
            <a:spLocks noGrp="1"/>
          </p:cNvSpPr>
          <p:nvPr>
            <p:ph type="title"/>
          </p:nvPr>
        </p:nvSpPr>
        <p:spPr>
          <a:xfrm>
            <a:off x="1024200" y="585360"/>
            <a:ext cx="9717120" cy="1496880"/>
          </a:xfrm>
          <a:prstGeom prst="rect">
            <a:avLst/>
          </a:prstGeom>
          <a:noFill/>
          <a:ln w="0">
            <a:noFill/>
          </a:ln>
        </p:spPr>
        <p:txBody>
          <a:bodyPr lIns="91440" rIns="91440" tIns="45720" bIns="45720" anchor="ctr">
            <a:normAutofit/>
          </a:bodyPr>
          <a:p>
            <a:pPr indent="0">
              <a:lnSpc>
                <a:spcPct val="100000"/>
              </a:lnSpc>
              <a:buNone/>
              <a:tabLst>
                <a:tab algn="l" pos="0"/>
              </a:tabLst>
            </a:pPr>
            <a:r>
              <a:rPr b="0" lang="en-IN" sz="5000" strike="noStrike" u="none">
                <a:solidFill>
                  <a:srgbClr val="000000"/>
                </a:solidFill>
                <a:effectLst/>
                <a:uFillTx/>
                <a:latin typeface="Arial"/>
              </a:rPr>
              <a:t>Click to edit the title text format</a:t>
            </a:r>
            <a:endParaRPr b="0" lang="en-IN" sz="5000" strike="noStrike" u="none">
              <a:solidFill>
                <a:srgbClr val="000000"/>
              </a:solidFill>
              <a:effectLst/>
              <a:uFillTx/>
              <a:latin typeface="Arial"/>
            </a:endParaRPr>
          </a:p>
        </p:txBody>
      </p:sp>
      <p:sp>
        <p:nvSpPr>
          <p:cNvPr id="2" name="PlaceHolder 2"/>
          <p:cNvSpPr>
            <a:spLocks noGrp="1"/>
          </p:cNvSpPr>
          <p:nvPr>
            <p:ph type="body"/>
          </p:nvPr>
        </p:nvSpPr>
        <p:spPr>
          <a:xfrm rot="5400000">
            <a:off x="3875400" y="-562320"/>
            <a:ext cx="4020480" cy="9717120"/>
          </a:xfrm>
          <a:prstGeom prst="rect">
            <a:avLst/>
          </a:prstGeom>
          <a:noFill/>
          <a:ln w="0">
            <a:noFill/>
          </a:ln>
        </p:spPr>
        <p:txBody>
          <a:bodyPr lIns="45720" rIns="45720" tIns="45720" bIns="45720" anchor="t">
            <a:normAutofit/>
          </a:bodyPr>
          <a:p>
            <a:pPr marL="432000" indent="-324000">
              <a:lnSpc>
                <a:spcPct val="100000"/>
              </a:lnSpc>
              <a:spcBef>
                <a:spcPts val="1417"/>
              </a:spcBef>
              <a:buClr>
                <a:srgbClr val="000000"/>
              </a:buClr>
              <a:buSzPct val="45000"/>
              <a:buFont typeface="Wingdings" charset="2"/>
              <a:buChar char=""/>
            </a:pPr>
            <a:r>
              <a:rPr b="0" lang="en-IN" sz="2200" strike="noStrike" u="none">
                <a:solidFill>
                  <a:srgbClr val="000000"/>
                </a:solidFill>
                <a:effectLst/>
                <a:uFillTx/>
                <a:latin typeface="Arial"/>
              </a:rPr>
              <a:t>Click to edit the outline text format</a:t>
            </a:r>
            <a:endParaRPr b="0" lang="en-IN" sz="2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200" strike="noStrike" u="none">
                <a:solidFill>
                  <a:srgbClr val="000000"/>
                </a:solidFill>
                <a:effectLst/>
                <a:uFillTx/>
                <a:latin typeface="Arial"/>
              </a:rPr>
              <a:t>Second Outline Level</a:t>
            </a:r>
            <a:endParaRPr b="0" lang="en-IN" sz="22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200" strike="noStrike" u="none">
                <a:solidFill>
                  <a:srgbClr val="000000"/>
                </a:solidFill>
                <a:effectLst/>
                <a:uFillTx/>
                <a:latin typeface="Arial"/>
              </a:rPr>
              <a:t>Third Outline Level</a:t>
            </a:r>
            <a:endParaRPr b="0" lang="en-IN" sz="2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200" strike="noStrike" u="none">
                <a:solidFill>
                  <a:srgbClr val="000000"/>
                </a:solidFill>
                <a:effectLst/>
                <a:uFillTx/>
                <a:latin typeface="Arial"/>
              </a:rPr>
              <a:t>Fourth Outline Level</a:t>
            </a:r>
            <a:endParaRPr b="0" lang="en-IN" sz="2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Fifth Outline Level</a:t>
            </a:r>
            <a:endParaRPr b="0" lang="en-IN" sz="22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Sixth Outline Level</a:t>
            </a:r>
            <a:endParaRPr b="0" lang="en-IN" sz="22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Seventh Outline Level</a:t>
            </a:r>
            <a:endParaRPr b="0" lang="en-IN" sz="2200" strike="noStrike" u="none">
              <a:solidFill>
                <a:srgbClr val="000000"/>
              </a:solidFill>
              <a:effectLst/>
              <a:uFillTx/>
              <a:latin typeface="Arial"/>
            </a:endParaRPr>
          </a:p>
        </p:txBody>
      </p:sp>
      <p:sp>
        <p:nvSpPr>
          <p:cNvPr id="3" name="PlaceHolder 3"/>
          <p:cNvSpPr>
            <a:spLocks noGrp="1"/>
          </p:cNvSpPr>
          <p:nvPr>
            <p:ph type="dt" idx="1"/>
          </p:nvPr>
        </p:nvSpPr>
        <p:spPr>
          <a:xfrm>
            <a:off x="1024200" y="6470640"/>
            <a:ext cx="215136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4" name="PlaceHolder 4"/>
          <p:cNvSpPr>
            <a:spLocks noGrp="1"/>
          </p:cNvSpPr>
          <p:nvPr>
            <p:ph type="ftr" idx="2"/>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 name="PlaceHolder 5"/>
          <p:cNvSpPr>
            <a:spLocks noGrp="1"/>
          </p:cNvSpPr>
          <p:nvPr>
            <p:ph type="sldNum" idx="3"/>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0c0c0c"/>
                </a:solidFill>
                <a:effectLst/>
                <a:uFillTx/>
                <a:latin typeface="Twentieth Century"/>
                <a:ea typeface="Twentieth Century"/>
              </a:defRPr>
            </a:lvl1pPr>
          </a:lstStyle>
          <a:p>
            <a:pPr indent="0">
              <a:lnSpc>
                <a:spcPct val="100000"/>
              </a:lnSpc>
              <a:buNone/>
              <a:tabLst>
                <a:tab algn="l" pos="0"/>
              </a:tabLst>
            </a:pPr>
            <a:fld id="{8A3199BC-5E20-4459-9173-51C578A153D8}" type="slidenum">
              <a:rPr b="0" lang="en-US" sz="1000" strike="noStrike" u="none">
                <a:solidFill>
                  <a:srgbClr val="0c0c0c"/>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6" name="Google Shape;11;p1"/>
          <p:cNvCxnSpPr/>
          <p:nvPr/>
        </p:nvCxnSpPr>
        <p:spPr>
          <a:xfrm flipV="1">
            <a:off x="761760" y="826200"/>
            <a:ext cx="2880" cy="917280"/>
          </a:xfrm>
          <a:prstGeom prst="straightConnector1">
            <a:avLst/>
          </a:prstGeom>
          <a:ln w="19050">
            <a:solidFill>
              <a:srgbClr val="1cade4"/>
            </a:solidFill>
            <a:round/>
          </a:ln>
        </p:spPr>
      </p:cxnSp>
      <p:sp>
        <p:nvSpPr>
          <p:cNvPr id="7" name="PlaceHolder 1"/>
          <p:cNvSpPr>
            <a:spLocks noGrp="1"/>
          </p:cNvSpPr>
          <p:nvPr>
            <p:ph type="title"/>
          </p:nvPr>
        </p:nvSpPr>
        <p:spPr>
          <a:xfrm rot="5400000">
            <a:off x="7336800" y="2152440"/>
            <a:ext cx="5407200" cy="2626200"/>
          </a:xfrm>
          <a:prstGeom prst="rect">
            <a:avLst/>
          </a:prstGeom>
          <a:noFill/>
          <a:ln w="0">
            <a:noFill/>
          </a:ln>
        </p:spPr>
        <p:txBody>
          <a:bodyPr lIns="45720" rIns="45720" tIns="91440" bIns="91440" anchor="ctr">
            <a:normAutofit/>
          </a:bodyPr>
          <a:p>
            <a:pPr indent="0">
              <a:lnSpc>
                <a:spcPct val="100000"/>
              </a:lnSpc>
              <a:buNone/>
              <a:tabLst>
                <a:tab algn="l" pos="0"/>
              </a:tabLst>
            </a:pPr>
            <a:r>
              <a:rPr b="0" lang="en-IN" sz="5000" strike="noStrike" u="none">
                <a:solidFill>
                  <a:srgbClr val="000000"/>
                </a:solidFill>
                <a:effectLst/>
                <a:uFillTx/>
                <a:latin typeface="Arial"/>
              </a:rPr>
              <a:t>Click to edit the title text format</a:t>
            </a:r>
            <a:endParaRPr b="0" lang="en-IN" sz="5000" strike="noStrike" u="none">
              <a:solidFill>
                <a:srgbClr val="000000"/>
              </a:solidFill>
              <a:effectLst/>
              <a:uFillTx/>
              <a:latin typeface="Arial"/>
            </a:endParaRPr>
          </a:p>
        </p:txBody>
      </p:sp>
      <p:sp>
        <p:nvSpPr>
          <p:cNvPr id="8" name="PlaceHolder 2"/>
          <p:cNvSpPr>
            <a:spLocks noGrp="1"/>
          </p:cNvSpPr>
          <p:nvPr>
            <p:ph type="body"/>
          </p:nvPr>
        </p:nvSpPr>
        <p:spPr>
          <a:xfrm rot="5400000">
            <a:off x="2079360" y="-321120"/>
            <a:ext cx="5407200" cy="7579080"/>
          </a:xfrm>
          <a:prstGeom prst="rect">
            <a:avLst/>
          </a:prstGeom>
          <a:noFill/>
          <a:ln w="0">
            <a:noFill/>
          </a:ln>
        </p:spPr>
        <p:txBody>
          <a:bodyPr lIns="45720" rIns="45720" tIns="45720" bIns="45720" anchor="t">
            <a:normAutofit/>
          </a:bodyPr>
          <a:p>
            <a:pPr marL="432000" indent="-324000">
              <a:lnSpc>
                <a:spcPct val="100000"/>
              </a:lnSpc>
              <a:spcBef>
                <a:spcPts val="1417"/>
              </a:spcBef>
              <a:buClr>
                <a:srgbClr val="000000"/>
              </a:buClr>
              <a:buSzPct val="45000"/>
              <a:buFont typeface="Wingdings" charset="2"/>
              <a:buChar char=""/>
            </a:pPr>
            <a:r>
              <a:rPr b="0" lang="en-IN" sz="2200" strike="noStrike" u="none">
                <a:solidFill>
                  <a:srgbClr val="000000"/>
                </a:solidFill>
                <a:effectLst/>
                <a:uFillTx/>
                <a:latin typeface="Arial"/>
              </a:rPr>
              <a:t>Click to edit the outline text format</a:t>
            </a:r>
            <a:endParaRPr b="0" lang="en-IN" sz="2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200" strike="noStrike" u="none">
                <a:solidFill>
                  <a:srgbClr val="000000"/>
                </a:solidFill>
                <a:effectLst/>
                <a:uFillTx/>
                <a:latin typeface="Arial"/>
              </a:rPr>
              <a:t>Second Outline Level</a:t>
            </a:r>
            <a:endParaRPr b="0" lang="en-IN" sz="22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200" strike="noStrike" u="none">
                <a:solidFill>
                  <a:srgbClr val="000000"/>
                </a:solidFill>
                <a:effectLst/>
                <a:uFillTx/>
                <a:latin typeface="Arial"/>
              </a:rPr>
              <a:t>Third Outline Level</a:t>
            </a:r>
            <a:endParaRPr b="0" lang="en-IN" sz="2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200" strike="noStrike" u="none">
                <a:solidFill>
                  <a:srgbClr val="000000"/>
                </a:solidFill>
                <a:effectLst/>
                <a:uFillTx/>
                <a:latin typeface="Arial"/>
              </a:rPr>
              <a:t>Fourth Outline Level</a:t>
            </a:r>
            <a:endParaRPr b="0" lang="en-IN" sz="2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Fifth Outline Level</a:t>
            </a:r>
            <a:endParaRPr b="0" lang="en-IN" sz="22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Sixth Outline Level</a:t>
            </a:r>
            <a:endParaRPr b="0" lang="en-IN" sz="22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Seventh Outline Level</a:t>
            </a:r>
            <a:endParaRPr b="0" lang="en-IN" sz="2200" strike="noStrike" u="none">
              <a:solidFill>
                <a:srgbClr val="000000"/>
              </a:solidFill>
              <a:effectLst/>
              <a:uFillTx/>
              <a:latin typeface="Arial"/>
            </a:endParaRPr>
          </a:p>
        </p:txBody>
      </p:sp>
      <p:sp>
        <p:nvSpPr>
          <p:cNvPr id="9" name="PlaceHolder 3"/>
          <p:cNvSpPr>
            <a:spLocks noGrp="1"/>
          </p:cNvSpPr>
          <p:nvPr>
            <p:ph type="dt" idx="4"/>
          </p:nvPr>
        </p:nvSpPr>
        <p:spPr>
          <a:xfrm>
            <a:off x="1024200" y="6470640"/>
            <a:ext cx="215136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10" name="PlaceHolder 4"/>
          <p:cNvSpPr>
            <a:spLocks noGrp="1"/>
          </p:cNvSpPr>
          <p:nvPr>
            <p:ph type="ftr" idx="5"/>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1" name="PlaceHolder 5"/>
          <p:cNvSpPr>
            <a:spLocks noGrp="1"/>
          </p:cNvSpPr>
          <p:nvPr>
            <p:ph type="sldNum" idx="6"/>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0c0c0c"/>
                </a:solidFill>
                <a:effectLst/>
                <a:uFillTx/>
                <a:latin typeface="Twentieth Century"/>
                <a:ea typeface="Twentieth Century"/>
              </a:defRPr>
            </a:lvl1pPr>
          </a:lstStyle>
          <a:p>
            <a:pPr indent="0">
              <a:lnSpc>
                <a:spcPct val="100000"/>
              </a:lnSpc>
              <a:buNone/>
              <a:tabLst>
                <a:tab algn="l" pos="0"/>
              </a:tabLst>
            </a:pPr>
            <a:fld id="{A036DFEA-9408-4299-8C02-F1AE6181DD1B}" type="slidenum">
              <a:rPr b="0" lang="en-US" sz="1000" strike="noStrike" u="none">
                <a:solidFill>
                  <a:srgbClr val="0c0c0c"/>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cxnSp>
        <p:nvCxnSpPr>
          <p:cNvPr id="12" name="Google Shape;88;p12"/>
          <p:cNvCxnSpPr/>
          <p:nvPr/>
        </p:nvCxnSpPr>
        <p:spPr>
          <a:xfrm flipV="1">
            <a:off x="10058400" y="59040"/>
            <a:ext cx="2880" cy="917280"/>
          </a:xfrm>
          <a:prstGeom prst="straightConnector1">
            <a:avLst/>
          </a:prstGeom>
          <a:ln w="19050">
            <a:solidFill>
              <a:srgbClr val="1cade4"/>
            </a:solidFill>
            <a:round/>
          </a:ln>
        </p:spPr>
      </p:cxn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13" name="Google Shape;11;p1"/>
          <p:cNvCxnSpPr/>
          <p:nvPr/>
        </p:nvCxnSpPr>
        <p:spPr>
          <a:xfrm flipV="1">
            <a:off x="761760" y="826200"/>
            <a:ext cx="2880" cy="917280"/>
          </a:xfrm>
          <a:prstGeom prst="straightConnector1">
            <a:avLst/>
          </a:prstGeom>
          <a:ln w="19050">
            <a:solidFill>
              <a:srgbClr val="1cade4"/>
            </a:solidFill>
            <a:round/>
          </a:ln>
        </p:spPr>
      </p:cxnSp>
      <p:sp>
        <p:nvSpPr>
          <p:cNvPr id="14" name="Google Shape;19;p3"/>
          <p:cNvSpPr/>
          <p:nvPr/>
        </p:nvSpPr>
        <p:spPr>
          <a:xfrm>
            <a:off x="0" y="0"/>
            <a:ext cx="12189240" cy="4569120"/>
          </a:xfrm>
          <a:prstGeom prst="rect">
            <a:avLst/>
          </a:prstGeom>
          <a:solidFill>
            <a:srgbClr val="1482ab"/>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n-IN" sz="1400" strike="noStrike" u="none">
              <a:solidFill>
                <a:srgbClr val="ffffff"/>
              </a:solidFill>
              <a:effectLst/>
              <a:uFillTx/>
              <a:latin typeface="Arial"/>
            </a:endParaRPr>
          </a:p>
        </p:txBody>
      </p:sp>
      <p:sp>
        <p:nvSpPr>
          <p:cNvPr id="15" name="Google Shape;20;p3"/>
          <p:cNvSpPr/>
          <p:nvPr/>
        </p:nvSpPr>
        <p:spPr>
          <a:xfrm>
            <a:off x="0" y="0"/>
            <a:ext cx="12189240" cy="4569120"/>
          </a:xfrm>
          <a:custGeom>
            <a:avLst/>
            <a:gdLst>
              <a:gd name="textAreaLeft" fmla="*/ 0 w 12189240"/>
              <a:gd name="textAreaRight" fmla="*/ 12192120 w 12189240"/>
              <a:gd name="textAreaTop" fmla="*/ 0 h 4569120"/>
              <a:gd name="textAreaBottom" fmla="*/ 4572000 h 456912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n-IN" sz="1400" strike="noStrike" u="none">
              <a:solidFill>
                <a:srgbClr val="000000"/>
              </a:solidFill>
              <a:effectLst/>
              <a:uFillTx/>
              <a:latin typeface="Arial"/>
            </a:endParaRPr>
          </a:p>
        </p:txBody>
      </p:sp>
      <p:sp>
        <p:nvSpPr>
          <p:cNvPr id="16" name="PlaceHolder 1"/>
          <p:cNvSpPr>
            <a:spLocks noGrp="1"/>
          </p:cNvSpPr>
          <p:nvPr>
            <p:ph type="title"/>
          </p:nvPr>
        </p:nvSpPr>
        <p:spPr>
          <a:xfrm>
            <a:off x="457200" y="4960080"/>
            <a:ext cx="7769520" cy="1460160"/>
          </a:xfrm>
          <a:prstGeom prst="rect">
            <a:avLst/>
          </a:prstGeom>
          <a:noFill/>
          <a:ln w="0">
            <a:noFill/>
          </a:ln>
        </p:spPr>
        <p:txBody>
          <a:bodyPr lIns="91440" rIns="91440" tIns="45720" bIns="45720" anchor="ctr">
            <a:normAutofit fontScale="92500" lnSpcReduction="9999"/>
          </a:bodyPr>
          <a:p>
            <a:pPr indent="0">
              <a:lnSpc>
                <a:spcPct val="100000"/>
              </a:lnSpc>
              <a:buNone/>
              <a:tabLst>
                <a:tab algn="l" pos="0"/>
              </a:tabLst>
            </a:pPr>
            <a:r>
              <a:rPr b="0" lang="en-IN" sz="5000" strike="noStrike" u="none">
                <a:solidFill>
                  <a:srgbClr val="000000"/>
                </a:solidFill>
                <a:effectLst/>
                <a:uFillTx/>
                <a:latin typeface="Arial"/>
              </a:rPr>
              <a:t>Click to edit the title text format</a:t>
            </a:r>
            <a:endParaRPr b="0" lang="en-IN" sz="5000" strike="noStrike" u="none">
              <a:solidFill>
                <a:srgbClr val="000000"/>
              </a:solidFill>
              <a:effectLst/>
              <a:uFillTx/>
              <a:latin typeface="Arial"/>
            </a:endParaRPr>
          </a:p>
        </p:txBody>
      </p:sp>
      <p:sp>
        <p:nvSpPr>
          <p:cNvPr id="17" name="PlaceHolder 2"/>
          <p:cNvSpPr>
            <a:spLocks noGrp="1"/>
          </p:cNvSpPr>
          <p:nvPr>
            <p:ph type="dt" idx="7"/>
          </p:nvPr>
        </p:nvSpPr>
        <p:spPr>
          <a:xfrm>
            <a:off x="1024200" y="6470640"/>
            <a:ext cx="215136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18" name="PlaceHolder 3"/>
          <p:cNvSpPr>
            <a:spLocks noGrp="1"/>
          </p:cNvSpPr>
          <p:nvPr>
            <p:ph type="ftr" idx="8"/>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9" name="PlaceHolder 4"/>
          <p:cNvSpPr>
            <a:spLocks noGrp="1"/>
          </p:cNvSpPr>
          <p:nvPr>
            <p:ph type="sldNum" idx="9"/>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0c0c0c"/>
                </a:solidFill>
                <a:effectLst/>
                <a:uFillTx/>
                <a:latin typeface="Twentieth Century"/>
                <a:ea typeface="Twentieth Century"/>
              </a:defRPr>
            </a:lvl1pPr>
          </a:lstStyle>
          <a:p>
            <a:pPr indent="0">
              <a:lnSpc>
                <a:spcPct val="100000"/>
              </a:lnSpc>
              <a:buNone/>
              <a:tabLst>
                <a:tab algn="l" pos="0"/>
              </a:tabLst>
            </a:pPr>
            <a:fld id="{C0EE1B87-BE02-4707-B510-9E6ED5A2CE98}" type="slidenum">
              <a:rPr b="0" lang="en-US" sz="1000" strike="noStrike" u="none">
                <a:solidFill>
                  <a:srgbClr val="0c0c0c"/>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cxnSp>
        <p:nvCxnSpPr>
          <p:cNvPr id="20" name="Google Shape;26;p3"/>
          <p:cNvCxnSpPr/>
          <p:nvPr/>
        </p:nvCxnSpPr>
        <p:spPr>
          <a:xfrm flipV="1">
            <a:off x="8386560" y="5263920"/>
            <a:ext cx="2880" cy="917280"/>
          </a:xfrm>
          <a:prstGeom prst="straightConnector1">
            <a:avLst/>
          </a:prstGeom>
          <a:ln w="19050">
            <a:solidFill>
              <a:srgbClr val="1482ab"/>
            </a:solidFill>
            <a:round/>
          </a:ln>
        </p:spPr>
      </p:cxn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21" name="Google Shape;11;p1"/>
          <p:cNvCxnSpPr/>
          <p:nvPr/>
        </p:nvCxnSpPr>
        <p:spPr>
          <a:xfrm flipV="1">
            <a:off x="761760" y="826200"/>
            <a:ext cx="2880" cy="917280"/>
          </a:xfrm>
          <a:prstGeom prst="straightConnector1">
            <a:avLst/>
          </a:prstGeom>
          <a:ln w="19050">
            <a:solidFill>
              <a:srgbClr val="1cade4"/>
            </a:solidFill>
            <a:round/>
          </a:ln>
        </p:spPr>
      </p:cxnSp>
      <p:sp>
        <p:nvSpPr>
          <p:cNvPr id="22" name="Google Shape;28;p4"/>
          <p:cNvSpPr/>
          <p:nvPr/>
        </p:nvSpPr>
        <p:spPr>
          <a:xfrm>
            <a:off x="0" y="0"/>
            <a:ext cx="12189240" cy="4569120"/>
          </a:xfrm>
          <a:prstGeom prst="rect">
            <a:avLst/>
          </a:prstGeom>
          <a:solidFill>
            <a:srgbClr val="1d9aa1"/>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n-IN" sz="1400" strike="noStrike" u="none">
              <a:solidFill>
                <a:srgbClr val="ffffff"/>
              </a:solidFill>
              <a:effectLst/>
              <a:uFillTx/>
              <a:latin typeface="Arial"/>
            </a:endParaRPr>
          </a:p>
        </p:txBody>
      </p:sp>
      <p:sp>
        <p:nvSpPr>
          <p:cNvPr id="23" name="Google Shape;29;p4"/>
          <p:cNvSpPr/>
          <p:nvPr/>
        </p:nvSpPr>
        <p:spPr>
          <a:xfrm>
            <a:off x="0" y="0"/>
            <a:ext cx="12189240" cy="4569120"/>
          </a:xfrm>
          <a:custGeom>
            <a:avLst/>
            <a:gdLst>
              <a:gd name="textAreaLeft" fmla="*/ 0 w 12189240"/>
              <a:gd name="textAreaRight" fmla="*/ 12192120 w 12189240"/>
              <a:gd name="textAreaTop" fmla="*/ 0 h 4569120"/>
              <a:gd name="textAreaBottom" fmla="*/ 4572000 h 456912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n-IN" sz="1400" strike="noStrike" u="none">
              <a:solidFill>
                <a:srgbClr val="000000"/>
              </a:solidFill>
              <a:effectLst/>
              <a:uFillTx/>
              <a:latin typeface="Arial"/>
            </a:endParaRPr>
          </a:p>
        </p:txBody>
      </p:sp>
      <p:sp>
        <p:nvSpPr>
          <p:cNvPr id="24" name="PlaceHolder 1"/>
          <p:cNvSpPr>
            <a:spLocks noGrp="1"/>
          </p:cNvSpPr>
          <p:nvPr>
            <p:ph type="title"/>
          </p:nvPr>
        </p:nvSpPr>
        <p:spPr>
          <a:xfrm>
            <a:off x="457200" y="4960080"/>
            <a:ext cx="7769520" cy="1460160"/>
          </a:xfrm>
          <a:prstGeom prst="rect">
            <a:avLst/>
          </a:prstGeom>
          <a:noFill/>
          <a:ln w="0">
            <a:noFill/>
          </a:ln>
        </p:spPr>
        <p:txBody>
          <a:bodyPr lIns="91440" rIns="91440" tIns="45720" bIns="45720" anchor="ctr">
            <a:normAutofit fontScale="92500" lnSpcReduction="9999"/>
          </a:bodyPr>
          <a:p>
            <a:pPr indent="0">
              <a:lnSpc>
                <a:spcPct val="100000"/>
              </a:lnSpc>
              <a:buNone/>
              <a:tabLst>
                <a:tab algn="l" pos="0"/>
              </a:tabLst>
            </a:pPr>
            <a:r>
              <a:rPr b="0" lang="en-IN" sz="5000" strike="noStrike" u="none">
                <a:solidFill>
                  <a:srgbClr val="000000"/>
                </a:solidFill>
                <a:effectLst/>
                <a:uFillTx/>
                <a:latin typeface="Arial"/>
              </a:rPr>
              <a:t>Click to edit the title text format</a:t>
            </a:r>
            <a:endParaRPr b="0" lang="en-IN" sz="5000" strike="noStrike" u="none">
              <a:solidFill>
                <a:srgbClr val="000000"/>
              </a:solidFill>
              <a:effectLst/>
              <a:uFillTx/>
              <a:latin typeface="Arial"/>
            </a:endParaRPr>
          </a:p>
        </p:txBody>
      </p:sp>
      <p:sp>
        <p:nvSpPr>
          <p:cNvPr id="25" name="PlaceHolder 2"/>
          <p:cNvSpPr>
            <a:spLocks noGrp="1"/>
          </p:cNvSpPr>
          <p:nvPr>
            <p:ph type="body"/>
          </p:nvPr>
        </p:nvSpPr>
        <p:spPr>
          <a:xfrm>
            <a:off x="8610480" y="4960080"/>
            <a:ext cx="3197520" cy="1460160"/>
          </a:xfrm>
          <a:prstGeom prst="rect">
            <a:avLst/>
          </a:prstGeom>
          <a:noFill/>
          <a:ln w="0">
            <a:noFill/>
          </a:ln>
        </p:spPr>
        <p:txBody>
          <a:bodyPr lIns="91440" rIns="91440" tIns="45720" bIns="45720" anchor="ctr">
            <a:normAutofit fontScale="25000" lnSpcReduction="19999"/>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26" name="PlaceHolder 3"/>
          <p:cNvSpPr>
            <a:spLocks noGrp="1"/>
          </p:cNvSpPr>
          <p:nvPr>
            <p:ph type="dt" idx="10"/>
          </p:nvPr>
        </p:nvSpPr>
        <p:spPr>
          <a:xfrm>
            <a:off x="1024200" y="6470640"/>
            <a:ext cx="215136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27" name="PlaceHolder 4"/>
          <p:cNvSpPr>
            <a:spLocks noGrp="1"/>
          </p:cNvSpPr>
          <p:nvPr>
            <p:ph type="ftr" idx="11"/>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8" name="PlaceHolder 5"/>
          <p:cNvSpPr>
            <a:spLocks noGrp="1"/>
          </p:cNvSpPr>
          <p:nvPr>
            <p:ph type="sldNum" idx="12"/>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0c0c0c"/>
                </a:solidFill>
                <a:effectLst/>
                <a:uFillTx/>
                <a:latin typeface="Twentieth Century"/>
                <a:ea typeface="Twentieth Century"/>
              </a:defRPr>
            </a:lvl1pPr>
          </a:lstStyle>
          <a:p>
            <a:pPr indent="0">
              <a:lnSpc>
                <a:spcPct val="100000"/>
              </a:lnSpc>
              <a:buNone/>
              <a:tabLst>
                <a:tab algn="l" pos="0"/>
              </a:tabLst>
            </a:pPr>
            <a:fld id="{712C19D7-8C41-4E30-8D8A-D1546303407A}" type="slidenum">
              <a:rPr b="0" lang="en-US" sz="1000" strike="noStrike" u="none">
                <a:solidFill>
                  <a:srgbClr val="0c0c0c"/>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cxnSp>
        <p:nvCxnSpPr>
          <p:cNvPr id="29" name="Google Shape;35;p4"/>
          <p:cNvCxnSpPr/>
          <p:nvPr/>
        </p:nvCxnSpPr>
        <p:spPr>
          <a:xfrm flipV="1">
            <a:off x="8386560" y="5263920"/>
            <a:ext cx="2880" cy="917280"/>
          </a:xfrm>
          <a:prstGeom prst="straightConnector1">
            <a:avLst/>
          </a:prstGeom>
          <a:ln w="19050">
            <a:solidFill>
              <a:srgbClr val="1482ab"/>
            </a:solidFill>
            <a:round/>
          </a:ln>
        </p:spPr>
      </p:cxn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30" name="Google Shape;11;p1"/>
          <p:cNvCxnSpPr/>
          <p:nvPr/>
        </p:nvCxnSpPr>
        <p:spPr>
          <a:xfrm flipV="1">
            <a:off x="761760" y="826200"/>
            <a:ext cx="2880" cy="917280"/>
          </a:xfrm>
          <a:prstGeom prst="straightConnector1">
            <a:avLst/>
          </a:prstGeom>
          <a:ln w="19050">
            <a:solidFill>
              <a:srgbClr val="1cade4"/>
            </a:solidFill>
            <a:round/>
          </a:ln>
        </p:spPr>
      </p:cxnSp>
      <p:sp>
        <p:nvSpPr>
          <p:cNvPr id="31" name="PlaceHolder 1"/>
          <p:cNvSpPr>
            <a:spLocks noGrp="1"/>
          </p:cNvSpPr>
          <p:nvPr>
            <p:ph type="title"/>
          </p:nvPr>
        </p:nvSpPr>
        <p:spPr>
          <a:xfrm>
            <a:off x="1024200" y="585360"/>
            <a:ext cx="9717120" cy="1496880"/>
          </a:xfrm>
          <a:prstGeom prst="rect">
            <a:avLst/>
          </a:prstGeom>
          <a:noFill/>
          <a:ln w="0">
            <a:noFill/>
          </a:ln>
        </p:spPr>
        <p:txBody>
          <a:bodyPr lIns="91440" rIns="91440" tIns="45720" bIns="45720" anchor="ctr">
            <a:normAutofit/>
          </a:bodyPr>
          <a:p>
            <a:pPr indent="0">
              <a:lnSpc>
                <a:spcPct val="100000"/>
              </a:lnSpc>
              <a:buNone/>
              <a:tabLst>
                <a:tab algn="l" pos="0"/>
              </a:tabLst>
            </a:pPr>
            <a:r>
              <a:rPr b="0" lang="en-IN" sz="5000" strike="noStrike" u="none">
                <a:solidFill>
                  <a:srgbClr val="000000"/>
                </a:solidFill>
                <a:effectLst/>
                <a:uFillTx/>
                <a:latin typeface="Arial"/>
              </a:rPr>
              <a:t>Click to edit the title text format</a:t>
            </a:r>
            <a:endParaRPr b="0" lang="en-IN" sz="5000" strike="noStrike" u="none">
              <a:solidFill>
                <a:srgbClr val="000000"/>
              </a:solidFill>
              <a:effectLst/>
              <a:uFillTx/>
              <a:latin typeface="Arial"/>
            </a:endParaRPr>
          </a:p>
        </p:txBody>
      </p:sp>
      <p:sp>
        <p:nvSpPr>
          <p:cNvPr id="32" name="PlaceHolder 2"/>
          <p:cNvSpPr>
            <a:spLocks noGrp="1"/>
          </p:cNvSpPr>
          <p:nvPr>
            <p:ph type="body"/>
          </p:nvPr>
        </p:nvSpPr>
        <p:spPr>
          <a:xfrm>
            <a:off x="1024200" y="2286000"/>
            <a:ext cx="4752000" cy="4020480"/>
          </a:xfrm>
          <a:prstGeom prst="rect">
            <a:avLst/>
          </a:prstGeom>
          <a:noFill/>
          <a:ln w="0">
            <a:noFill/>
          </a:ln>
        </p:spPr>
        <p:txBody>
          <a:bodyPr lIns="45720" rIns="45720" tIns="45720" bIns="45720" anchor="t">
            <a:normAutofit/>
          </a:bodyPr>
          <a:p>
            <a:pPr marL="432000" indent="-324000">
              <a:lnSpc>
                <a:spcPct val="100000"/>
              </a:lnSpc>
              <a:spcBef>
                <a:spcPts val="1417"/>
              </a:spcBef>
              <a:buClr>
                <a:srgbClr val="000000"/>
              </a:buClr>
              <a:buSzPct val="45000"/>
              <a:buFont typeface="Wingdings" charset="2"/>
              <a:buChar char=""/>
            </a:pPr>
            <a:r>
              <a:rPr b="0" lang="en-IN" sz="2200" strike="noStrike" u="none">
                <a:solidFill>
                  <a:srgbClr val="000000"/>
                </a:solidFill>
                <a:effectLst/>
                <a:uFillTx/>
                <a:latin typeface="Arial"/>
              </a:rPr>
              <a:t>Click to edit the outline text format</a:t>
            </a:r>
            <a:endParaRPr b="0" lang="en-IN" sz="2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200" strike="noStrike" u="none">
                <a:solidFill>
                  <a:srgbClr val="000000"/>
                </a:solidFill>
                <a:effectLst/>
                <a:uFillTx/>
                <a:latin typeface="Arial"/>
              </a:rPr>
              <a:t>Second Outline Level</a:t>
            </a:r>
            <a:endParaRPr b="0" lang="en-IN" sz="22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200" strike="noStrike" u="none">
                <a:solidFill>
                  <a:srgbClr val="000000"/>
                </a:solidFill>
                <a:effectLst/>
                <a:uFillTx/>
                <a:latin typeface="Arial"/>
              </a:rPr>
              <a:t>Third Outline Level</a:t>
            </a:r>
            <a:endParaRPr b="0" lang="en-IN" sz="2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200" strike="noStrike" u="none">
                <a:solidFill>
                  <a:srgbClr val="000000"/>
                </a:solidFill>
                <a:effectLst/>
                <a:uFillTx/>
                <a:latin typeface="Arial"/>
              </a:rPr>
              <a:t>Fourth Outline Level</a:t>
            </a:r>
            <a:endParaRPr b="0" lang="en-IN" sz="2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Fifth Outline Level</a:t>
            </a:r>
            <a:endParaRPr b="0" lang="en-IN" sz="22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Sixth Outline Level</a:t>
            </a:r>
            <a:endParaRPr b="0" lang="en-IN" sz="22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Seventh Outline Level</a:t>
            </a:r>
            <a:endParaRPr b="0" lang="en-IN" sz="2200" strike="noStrike" u="none">
              <a:solidFill>
                <a:srgbClr val="000000"/>
              </a:solidFill>
              <a:effectLst/>
              <a:uFillTx/>
              <a:latin typeface="Arial"/>
            </a:endParaRPr>
          </a:p>
        </p:txBody>
      </p:sp>
      <p:sp>
        <p:nvSpPr>
          <p:cNvPr id="33" name="PlaceHolder 3"/>
          <p:cNvSpPr>
            <a:spLocks noGrp="1"/>
          </p:cNvSpPr>
          <p:nvPr>
            <p:ph type="body"/>
          </p:nvPr>
        </p:nvSpPr>
        <p:spPr>
          <a:xfrm>
            <a:off x="5989320" y="2286000"/>
            <a:ext cx="4752000" cy="4020480"/>
          </a:xfrm>
          <a:prstGeom prst="rect">
            <a:avLst/>
          </a:prstGeom>
          <a:noFill/>
          <a:ln w="0">
            <a:noFill/>
          </a:ln>
        </p:spPr>
        <p:txBody>
          <a:bodyPr lIns="45720" rIns="45720" tIns="45720" bIns="45720" anchor="t">
            <a:normAutofit/>
          </a:bodyPr>
          <a:p>
            <a:pPr marL="432000" indent="-324000">
              <a:lnSpc>
                <a:spcPct val="100000"/>
              </a:lnSpc>
              <a:spcBef>
                <a:spcPts val="1417"/>
              </a:spcBef>
              <a:buClr>
                <a:srgbClr val="000000"/>
              </a:buClr>
              <a:buSzPct val="45000"/>
              <a:buFont typeface="Wingdings" charset="2"/>
              <a:buChar char=""/>
            </a:pPr>
            <a:r>
              <a:rPr b="0" lang="en-IN" sz="2200" strike="noStrike" u="none">
                <a:solidFill>
                  <a:srgbClr val="000000"/>
                </a:solidFill>
                <a:effectLst/>
                <a:uFillTx/>
                <a:latin typeface="Arial"/>
              </a:rPr>
              <a:t>Click to edit the outline text format</a:t>
            </a:r>
            <a:endParaRPr b="0" lang="en-IN" sz="2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200" strike="noStrike" u="none">
                <a:solidFill>
                  <a:srgbClr val="000000"/>
                </a:solidFill>
                <a:effectLst/>
                <a:uFillTx/>
                <a:latin typeface="Arial"/>
              </a:rPr>
              <a:t>Second Outline Level</a:t>
            </a:r>
            <a:endParaRPr b="0" lang="en-IN" sz="22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200" strike="noStrike" u="none">
                <a:solidFill>
                  <a:srgbClr val="000000"/>
                </a:solidFill>
                <a:effectLst/>
                <a:uFillTx/>
                <a:latin typeface="Arial"/>
              </a:rPr>
              <a:t>Third Outline Level</a:t>
            </a:r>
            <a:endParaRPr b="0" lang="en-IN" sz="2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200" strike="noStrike" u="none">
                <a:solidFill>
                  <a:srgbClr val="000000"/>
                </a:solidFill>
                <a:effectLst/>
                <a:uFillTx/>
                <a:latin typeface="Arial"/>
              </a:rPr>
              <a:t>Fourth Outline Level</a:t>
            </a:r>
            <a:endParaRPr b="0" lang="en-IN" sz="2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Fifth Outline Level</a:t>
            </a:r>
            <a:endParaRPr b="0" lang="en-IN" sz="22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Sixth Outline Level</a:t>
            </a:r>
            <a:endParaRPr b="0" lang="en-IN" sz="22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Seventh Outline Level</a:t>
            </a:r>
            <a:endParaRPr b="0" lang="en-IN" sz="2200" strike="noStrike" u="none">
              <a:solidFill>
                <a:srgbClr val="000000"/>
              </a:solidFill>
              <a:effectLst/>
              <a:uFillTx/>
              <a:latin typeface="Arial"/>
            </a:endParaRPr>
          </a:p>
        </p:txBody>
      </p:sp>
      <p:sp>
        <p:nvSpPr>
          <p:cNvPr id="34" name="PlaceHolder 4"/>
          <p:cNvSpPr>
            <a:spLocks noGrp="1"/>
          </p:cNvSpPr>
          <p:nvPr>
            <p:ph type="dt" idx="13"/>
          </p:nvPr>
        </p:nvSpPr>
        <p:spPr>
          <a:xfrm>
            <a:off x="1024200" y="6470640"/>
            <a:ext cx="215136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35" name="PlaceHolder 5"/>
          <p:cNvSpPr>
            <a:spLocks noGrp="1"/>
          </p:cNvSpPr>
          <p:nvPr>
            <p:ph type="ftr" idx="14"/>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36" name="PlaceHolder 6"/>
          <p:cNvSpPr>
            <a:spLocks noGrp="1"/>
          </p:cNvSpPr>
          <p:nvPr>
            <p:ph type="sldNum" idx="15"/>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0c0c0c"/>
                </a:solidFill>
                <a:effectLst/>
                <a:uFillTx/>
                <a:latin typeface="Twentieth Century"/>
                <a:ea typeface="Twentieth Century"/>
              </a:defRPr>
            </a:lvl1pPr>
          </a:lstStyle>
          <a:p>
            <a:pPr indent="0">
              <a:lnSpc>
                <a:spcPct val="100000"/>
              </a:lnSpc>
              <a:buNone/>
              <a:tabLst>
                <a:tab algn="l" pos="0"/>
              </a:tabLst>
            </a:pPr>
            <a:fld id="{C9B7E970-F297-4E5B-98B2-B704FAD941B4}" type="slidenum">
              <a:rPr b="0" lang="en-US" sz="1000" strike="noStrike" u="none">
                <a:solidFill>
                  <a:srgbClr val="0c0c0c"/>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37" name="Google Shape;11;p1"/>
          <p:cNvCxnSpPr/>
          <p:nvPr/>
        </p:nvCxnSpPr>
        <p:spPr>
          <a:xfrm flipV="1">
            <a:off x="761760" y="826200"/>
            <a:ext cx="2880" cy="917280"/>
          </a:xfrm>
          <a:prstGeom prst="straightConnector1">
            <a:avLst/>
          </a:prstGeom>
          <a:ln w="19050">
            <a:solidFill>
              <a:srgbClr val="1cade4"/>
            </a:solidFill>
            <a:round/>
          </a:ln>
        </p:spPr>
      </p:cxnSp>
      <p:sp>
        <p:nvSpPr>
          <p:cNvPr id="38" name="PlaceHolder 1"/>
          <p:cNvSpPr>
            <a:spLocks noGrp="1"/>
          </p:cNvSpPr>
          <p:nvPr>
            <p:ph type="title"/>
          </p:nvPr>
        </p:nvSpPr>
        <p:spPr>
          <a:xfrm>
            <a:off x="1024200" y="585360"/>
            <a:ext cx="9717120" cy="1496880"/>
          </a:xfrm>
          <a:prstGeom prst="rect">
            <a:avLst/>
          </a:prstGeom>
          <a:noFill/>
          <a:ln w="0">
            <a:noFill/>
          </a:ln>
        </p:spPr>
        <p:txBody>
          <a:bodyPr lIns="91440" rIns="91440" tIns="45720" bIns="45720" anchor="ctr">
            <a:normAutofit/>
          </a:bodyPr>
          <a:p>
            <a:pPr indent="0">
              <a:lnSpc>
                <a:spcPct val="100000"/>
              </a:lnSpc>
              <a:buNone/>
              <a:tabLst>
                <a:tab algn="l" pos="0"/>
              </a:tabLst>
            </a:pPr>
            <a:r>
              <a:rPr b="0" lang="en-IN" sz="5000" strike="noStrike" u="none">
                <a:solidFill>
                  <a:srgbClr val="000000"/>
                </a:solidFill>
                <a:effectLst/>
                <a:uFillTx/>
                <a:latin typeface="Arial"/>
              </a:rPr>
              <a:t>Click to edit the title text format</a:t>
            </a:r>
            <a:endParaRPr b="0" lang="en-IN" sz="5000" strike="noStrike" u="none">
              <a:solidFill>
                <a:srgbClr val="000000"/>
              </a:solidFill>
              <a:effectLst/>
              <a:uFillTx/>
              <a:latin typeface="Arial"/>
            </a:endParaRPr>
          </a:p>
        </p:txBody>
      </p:sp>
      <p:sp>
        <p:nvSpPr>
          <p:cNvPr id="39" name="PlaceHolder 2"/>
          <p:cNvSpPr>
            <a:spLocks noGrp="1"/>
          </p:cNvSpPr>
          <p:nvPr>
            <p:ph type="body"/>
          </p:nvPr>
        </p:nvSpPr>
        <p:spPr>
          <a:xfrm>
            <a:off x="1024200" y="2179800"/>
            <a:ext cx="4752000" cy="820080"/>
          </a:xfrm>
          <a:prstGeom prst="rect">
            <a:avLst/>
          </a:prstGeom>
          <a:noFill/>
          <a:ln w="0">
            <a:noFill/>
          </a:ln>
        </p:spPr>
        <p:txBody>
          <a:bodyPr lIns="137160" rIns="137160" tIns="45720" bIns="45720" anchor="ctr">
            <a:normAutofit fontScale="25000" lnSpcReduction="19999"/>
          </a:bodyPr>
          <a:p>
            <a:pPr marL="432000" indent="-324000">
              <a:lnSpc>
                <a:spcPct val="100000"/>
              </a:lnSpc>
              <a:spcBef>
                <a:spcPts val="1417"/>
              </a:spcBef>
              <a:buClr>
                <a:srgbClr val="000000"/>
              </a:buClr>
              <a:buSzPct val="45000"/>
              <a:buFont typeface="Wingdings" charset="2"/>
              <a:buChar char=""/>
            </a:pPr>
            <a:r>
              <a:rPr b="0" lang="en-IN" sz="2300" strike="noStrike" u="none">
                <a:solidFill>
                  <a:srgbClr val="000000"/>
                </a:solidFill>
                <a:effectLst/>
                <a:uFillTx/>
                <a:latin typeface="Arial"/>
              </a:rPr>
              <a:t>Click to edit the outline text format</a:t>
            </a:r>
            <a:endParaRPr b="0" lang="en-IN" sz="23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300" strike="noStrike" u="none">
                <a:solidFill>
                  <a:srgbClr val="000000"/>
                </a:solidFill>
                <a:effectLst/>
                <a:uFillTx/>
                <a:latin typeface="Arial"/>
              </a:rPr>
              <a:t>Second Outline Level</a:t>
            </a:r>
            <a:endParaRPr b="0" lang="en-IN" sz="23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300" strike="noStrike" u="none">
                <a:solidFill>
                  <a:srgbClr val="000000"/>
                </a:solidFill>
                <a:effectLst/>
                <a:uFillTx/>
                <a:latin typeface="Arial"/>
              </a:rPr>
              <a:t>Third Outline Level</a:t>
            </a:r>
            <a:endParaRPr b="0" lang="en-IN" sz="23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300" strike="noStrike" u="none">
                <a:solidFill>
                  <a:srgbClr val="000000"/>
                </a:solidFill>
                <a:effectLst/>
                <a:uFillTx/>
                <a:latin typeface="Arial"/>
              </a:rPr>
              <a:t>Fourth Outline Level</a:t>
            </a:r>
            <a:endParaRPr b="0" lang="en-IN" sz="23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300" strike="noStrike" u="none">
                <a:solidFill>
                  <a:srgbClr val="000000"/>
                </a:solidFill>
                <a:effectLst/>
                <a:uFillTx/>
                <a:latin typeface="Arial"/>
              </a:rPr>
              <a:t>Fifth Outline Level</a:t>
            </a:r>
            <a:endParaRPr b="0" lang="en-IN" sz="23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300" strike="noStrike" u="none">
                <a:solidFill>
                  <a:srgbClr val="000000"/>
                </a:solidFill>
                <a:effectLst/>
                <a:uFillTx/>
                <a:latin typeface="Arial"/>
              </a:rPr>
              <a:t>Sixth Outline Level</a:t>
            </a:r>
            <a:endParaRPr b="0" lang="en-IN" sz="23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300" strike="noStrike" u="none">
                <a:solidFill>
                  <a:srgbClr val="000000"/>
                </a:solidFill>
                <a:effectLst/>
                <a:uFillTx/>
                <a:latin typeface="Arial"/>
              </a:rPr>
              <a:t>Seventh Outline Level</a:t>
            </a:r>
            <a:endParaRPr b="0" lang="en-IN" sz="2300" strike="noStrike" u="none">
              <a:solidFill>
                <a:srgbClr val="000000"/>
              </a:solidFill>
              <a:effectLst/>
              <a:uFillTx/>
              <a:latin typeface="Arial"/>
            </a:endParaRPr>
          </a:p>
        </p:txBody>
      </p:sp>
      <p:sp>
        <p:nvSpPr>
          <p:cNvPr id="40" name="PlaceHolder 3"/>
          <p:cNvSpPr>
            <a:spLocks noGrp="1"/>
          </p:cNvSpPr>
          <p:nvPr>
            <p:ph type="body"/>
          </p:nvPr>
        </p:nvSpPr>
        <p:spPr>
          <a:xfrm>
            <a:off x="1024200" y="2967840"/>
            <a:ext cx="4752000" cy="3338640"/>
          </a:xfrm>
          <a:prstGeom prst="rect">
            <a:avLst/>
          </a:prstGeom>
          <a:noFill/>
          <a:ln w="0">
            <a:noFill/>
          </a:ln>
        </p:spPr>
        <p:txBody>
          <a:bodyPr lIns="45720" rIns="45720" tIns="45720" bIns="45720" anchor="t">
            <a:normAutofit lnSpcReduction="9999"/>
          </a:bodyPr>
          <a:p>
            <a:pPr marL="432000" indent="-324000">
              <a:lnSpc>
                <a:spcPct val="100000"/>
              </a:lnSpc>
              <a:spcBef>
                <a:spcPts val="1417"/>
              </a:spcBef>
              <a:buClr>
                <a:srgbClr val="000000"/>
              </a:buClr>
              <a:buSzPct val="45000"/>
              <a:buFont typeface="Wingdings" charset="2"/>
              <a:buChar char=""/>
            </a:pPr>
            <a:r>
              <a:rPr b="0" lang="en-IN" sz="2200" strike="noStrike" u="none">
                <a:solidFill>
                  <a:srgbClr val="000000"/>
                </a:solidFill>
                <a:effectLst/>
                <a:uFillTx/>
                <a:latin typeface="Arial"/>
              </a:rPr>
              <a:t>Click to edit the outline text format</a:t>
            </a:r>
            <a:endParaRPr b="0" lang="en-IN" sz="2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200" strike="noStrike" u="none">
                <a:solidFill>
                  <a:srgbClr val="000000"/>
                </a:solidFill>
                <a:effectLst/>
                <a:uFillTx/>
                <a:latin typeface="Arial"/>
              </a:rPr>
              <a:t>Second Outline Level</a:t>
            </a:r>
            <a:endParaRPr b="0" lang="en-IN" sz="22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200" strike="noStrike" u="none">
                <a:solidFill>
                  <a:srgbClr val="000000"/>
                </a:solidFill>
                <a:effectLst/>
                <a:uFillTx/>
                <a:latin typeface="Arial"/>
              </a:rPr>
              <a:t>Third Outline Level</a:t>
            </a:r>
            <a:endParaRPr b="0" lang="en-IN" sz="2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200" strike="noStrike" u="none">
                <a:solidFill>
                  <a:srgbClr val="000000"/>
                </a:solidFill>
                <a:effectLst/>
                <a:uFillTx/>
                <a:latin typeface="Arial"/>
              </a:rPr>
              <a:t>Fourth Outline Level</a:t>
            </a:r>
            <a:endParaRPr b="0" lang="en-IN" sz="2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Fifth Outline Level</a:t>
            </a:r>
            <a:endParaRPr b="0" lang="en-IN" sz="22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Sixth Outline Level</a:t>
            </a:r>
            <a:endParaRPr b="0" lang="en-IN" sz="22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Seventh Outline Level</a:t>
            </a:r>
            <a:endParaRPr b="0" lang="en-IN" sz="2200" strike="noStrike" u="none">
              <a:solidFill>
                <a:srgbClr val="000000"/>
              </a:solidFill>
              <a:effectLst/>
              <a:uFillTx/>
              <a:latin typeface="Arial"/>
            </a:endParaRPr>
          </a:p>
        </p:txBody>
      </p:sp>
      <p:sp>
        <p:nvSpPr>
          <p:cNvPr id="41" name="PlaceHolder 4"/>
          <p:cNvSpPr>
            <a:spLocks noGrp="1"/>
          </p:cNvSpPr>
          <p:nvPr>
            <p:ph type="body"/>
          </p:nvPr>
        </p:nvSpPr>
        <p:spPr>
          <a:xfrm>
            <a:off x="5990760" y="2179800"/>
            <a:ext cx="4752000" cy="820080"/>
          </a:xfrm>
          <a:prstGeom prst="rect">
            <a:avLst/>
          </a:prstGeom>
          <a:noFill/>
          <a:ln w="0">
            <a:noFill/>
          </a:ln>
        </p:spPr>
        <p:txBody>
          <a:bodyPr lIns="137160" rIns="137160" tIns="45720" bIns="45720" anchor="ctr">
            <a:normAutofit fontScale="25000" lnSpcReduction="19999"/>
          </a:bodyPr>
          <a:p>
            <a:pPr marL="432000" indent="-324000">
              <a:lnSpc>
                <a:spcPct val="100000"/>
              </a:lnSpc>
              <a:spcBef>
                <a:spcPts val="1417"/>
              </a:spcBef>
              <a:buClr>
                <a:srgbClr val="000000"/>
              </a:buClr>
              <a:buSzPct val="45000"/>
              <a:buFont typeface="Wingdings" charset="2"/>
              <a:buChar char=""/>
            </a:pPr>
            <a:r>
              <a:rPr b="0" lang="en-IN" sz="2300" strike="noStrike" u="none">
                <a:solidFill>
                  <a:srgbClr val="000000"/>
                </a:solidFill>
                <a:effectLst/>
                <a:uFillTx/>
                <a:latin typeface="Arial"/>
              </a:rPr>
              <a:t>Click to edit the outline text format</a:t>
            </a:r>
            <a:endParaRPr b="0" lang="en-IN" sz="23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300" strike="noStrike" u="none">
                <a:solidFill>
                  <a:srgbClr val="000000"/>
                </a:solidFill>
                <a:effectLst/>
                <a:uFillTx/>
                <a:latin typeface="Arial"/>
              </a:rPr>
              <a:t>Second Outline Level</a:t>
            </a:r>
            <a:endParaRPr b="0" lang="en-IN" sz="23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300" strike="noStrike" u="none">
                <a:solidFill>
                  <a:srgbClr val="000000"/>
                </a:solidFill>
                <a:effectLst/>
                <a:uFillTx/>
                <a:latin typeface="Arial"/>
              </a:rPr>
              <a:t>Third Outline Level</a:t>
            </a:r>
            <a:endParaRPr b="0" lang="en-IN" sz="23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300" strike="noStrike" u="none">
                <a:solidFill>
                  <a:srgbClr val="000000"/>
                </a:solidFill>
                <a:effectLst/>
                <a:uFillTx/>
                <a:latin typeface="Arial"/>
              </a:rPr>
              <a:t>Fourth Outline Level</a:t>
            </a:r>
            <a:endParaRPr b="0" lang="en-IN" sz="23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300" strike="noStrike" u="none">
                <a:solidFill>
                  <a:srgbClr val="000000"/>
                </a:solidFill>
                <a:effectLst/>
                <a:uFillTx/>
                <a:latin typeface="Arial"/>
              </a:rPr>
              <a:t>Fifth Outline Level</a:t>
            </a:r>
            <a:endParaRPr b="0" lang="en-IN" sz="23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300" strike="noStrike" u="none">
                <a:solidFill>
                  <a:srgbClr val="000000"/>
                </a:solidFill>
                <a:effectLst/>
                <a:uFillTx/>
                <a:latin typeface="Arial"/>
              </a:rPr>
              <a:t>Sixth Outline Level</a:t>
            </a:r>
            <a:endParaRPr b="0" lang="en-IN" sz="23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300" strike="noStrike" u="none">
                <a:solidFill>
                  <a:srgbClr val="000000"/>
                </a:solidFill>
                <a:effectLst/>
                <a:uFillTx/>
                <a:latin typeface="Arial"/>
              </a:rPr>
              <a:t>Seventh Outline Level</a:t>
            </a:r>
            <a:endParaRPr b="0" lang="en-IN" sz="2300" strike="noStrike" u="none">
              <a:solidFill>
                <a:srgbClr val="000000"/>
              </a:solidFill>
              <a:effectLst/>
              <a:uFillTx/>
              <a:latin typeface="Arial"/>
            </a:endParaRPr>
          </a:p>
        </p:txBody>
      </p:sp>
      <p:sp>
        <p:nvSpPr>
          <p:cNvPr id="42" name="PlaceHolder 5"/>
          <p:cNvSpPr>
            <a:spLocks noGrp="1"/>
          </p:cNvSpPr>
          <p:nvPr>
            <p:ph type="body"/>
          </p:nvPr>
        </p:nvSpPr>
        <p:spPr>
          <a:xfrm>
            <a:off x="5990760" y="2967840"/>
            <a:ext cx="4752000" cy="3338640"/>
          </a:xfrm>
          <a:prstGeom prst="rect">
            <a:avLst/>
          </a:prstGeom>
          <a:noFill/>
          <a:ln w="0">
            <a:noFill/>
          </a:ln>
        </p:spPr>
        <p:txBody>
          <a:bodyPr lIns="45720" rIns="45720" tIns="45720" bIns="45720" anchor="t">
            <a:normAutofit lnSpcReduction="9999"/>
          </a:bodyPr>
          <a:p>
            <a:pPr marL="432000" indent="-324000">
              <a:lnSpc>
                <a:spcPct val="100000"/>
              </a:lnSpc>
              <a:spcBef>
                <a:spcPts val="1417"/>
              </a:spcBef>
              <a:buClr>
                <a:srgbClr val="000000"/>
              </a:buClr>
              <a:buSzPct val="45000"/>
              <a:buFont typeface="Wingdings" charset="2"/>
              <a:buChar char=""/>
            </a:pPr>
            <a:r>
              <a:rPr b="0" lang="en-IN" sz="2200" strike="noStrike" u="none">
                <a:solidFill>
                  <a:srgbClr val="000000"/>
                </a:solidFill>
                <a:effectLst/>
                <a:uFillTx/>
                <a:latin typeface="Arial"/>
              </a:rPr>
              <a:t>Click to edit the outline text format</a:t>
            </a:r>
            <a:endParaRPr b="0" lang="en-IN" sz="2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200" strike="noStrike" u="none">
                <a:solidFill>
                  <a:srgbClr val="000000"/>
                </a:solidFill>
                <a:effectLst/>
                <a:uFillTx/>
                <a:latin typeface="Arial"/>
              </a:rPr>
              <a:t>Second Outline Level</a:t>
            </a:r>
            <a:endParaRPr b="0" lang="en-IN" sz="22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200" strike="noStrike" u="none">
                <a:solidFill>
                  <a:srgbClr val="000000"/>
                </a:solidFill>
                <a:effectLst/>
                <a:uFillTx/>
                <a:latin typeface="Arial"/>
              </a:rPr>
              <a:t>Third Outline Level</a:t>
            </a:r>
            <a:endParaRPr b="0" lang="en-IN" sz="2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200" strike="noStrike" u="none">
                <a:solidFill>
                  <a:srgbClr val="000000"/>
                </a:solidFill>
                <a:effectLst/>
                <a:uFillTx/>
                <a:latin typeface="Arial"/>
              </a:rPr>
              <a:t>Fourth Outline Level</a:t>
            </a:r>
            <a:endParaRPr b="0" lang="en-IN" sz="2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Fifth Outline Level</a:t>
            </a:r>
            <a:endParaRPr b="0" lang="en-IN" sz="22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Sixth Outline Level</a:t>
            </a:r>
            <a:endParaRPr b="0" lang="en-IN" sz="22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Seventh Outline Level</a:t>
            </a:r>
            <a:endParaRPr b="0" lang="en-IN" sz="2200" strike="noStrike" u="none">
              <a:solidFill>
                <a:srgbClr val="000000"/>
              </a:solidFill>
              <a:effectLst/>
              <a:uFillTx/>
              <a:latin typeface="Arial"/>
            </a:endParaRPr>
          </a:p>
        </p:txBody>
      </p:sp>
      <p:sp>
        <p:nvSpPr>
          <p:cNvPr id="43" name="PlaceHolder 6"/>
          <p:cNvSpPr>
            <a:spLocks noGrp="1"/>
          </p:cNvSpPr>
          <p:nvPr>
            <p:ph type="dt" idx="16"/>
          </p:nvPr>
        </p:nvSpPr>
        <p:spPr>
          <a:xfrm>
            <a:off x="1024200" y="6470640"/>
            <a:ext cx="215136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44" name="PlaceHolder 7"/>
          <p:cNvSpPr>
            <a:spLocks noGrp="1"/>
          </p:cNvSpPr>
          <p:nvPr>
            <p:ph type="ftr" idx="17"/>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5" name="PlaceHolder 8"/>
          <p:cNvSpPr>
            <a:spLocks noGrp="1"/>
          </p:cNvSpPr>
          <p:nvPr>
            <p:ph type="sldNum" idx="18"/>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0c0c0c"/>
                </a:solidFill>
                <a:effectLst/>
                <a:uFillTx/>
                <a:latin typeface="Twentieth Century"/>
                <a:ea typeface="Twentieth Century"/>
              </a:defRPr>
            </a:lvl1pPr>
          </a:lstStyle>
          <a:p>
            <a:pPr indent="0">
              <a:lnSpc>
                <a:spcPct val="100000"/>
              </a:lnSpc>
              <a:buNone/>
              <a:tabLst>
                <a:tab algn="l" pos="0"/>
              </a:tabLst>
            </a:pPr>
            <a:fld id="{AAA95DFE-75CF-460A-9E43-AD897B894C85}" type="slidenum">
              <a:rPr b="0" lang="en-US" sz="1000" strike="noStrike" u="none">
                <a:solidFill>
                  <a:srgbClr val="0c0c0c"/>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46" name="Google Shape;11;p1"/>
          <p:cNvCxnSpPr/>
          <p:nvPr/>
        </p:nvCxnSpPr>
        <p:spPr>
          <a:xfrm flipV="1">
            <a:off x="761760" y="826200"/>
            <a:ext cx="2880" cy="917280"/>
          </a:xfrm>
          <a:prstGeom prst="straightConnector1">
            <a:avLst/>
          </a:prstGeom>
          <a:ln w="19050">
            <a:solidFill>
              <a:srgbClr val="1cade4"/>
            </a:solidFill>
            <a:round/>
          </a:ln>
        </p:spPr>
      </p:cxnSp>
      <p:sp>
        <p:nvSpPr>
          <p:cNvPr id="47" name="PlaceHolder 1"/>
          <p:cNvSpPr>
            <a:spLocks noGrp="1"/>
          </p:cNvSpPr>
          <p:nvPr>
            <p:ph type="title"/>
          </p:nvPr>
        </p:nvSpPr>
        <p:spPr>
          <a:xfrm>
            <a:off x="1024200" y="585360"/>
            <a:ext cx="9717120" cy="1496880"/>
          </a:xfrm>
          <a:prstGeom prst="rect">
            <a:avLst/>
          </a:prstGeom>
          <a:noFill/>
          <a:ln w="0">
            <a:noFill/>
          </a:ln>
        </p:spPr>
        <p:txBody>
          <a:bodyPr lIns="91440" rIns="91440" tIns="45720" bIns="45720" anchor="ctr">
            <a:normAutofit/>
          </a:bodyPr>
          <a:p>
            <a:pPr indent="0">
              <a:lnSpc>
                <a:spcPct val="100000"/>
              </a:lnSpc>
              <a:buNone/>
              <a:tabLst>
                <a:tab algn="l" pos="0"/>
              </a:tabLst>
            </a:pPr>
            <a:r>
              <a:rPr b="0" lang="en-IN" sz="5000" strike="noStrike" u="none">
                <a:solidFill>
                  <a:srgbClr val="000000"/>
                </a:solidFill>
                <a:effectLst/>
                <a:uFillTx/>
                <a:latin typeface="Arial"/>
              </a:rPr>
              <a:t>Click to edit the title text format</a:t>
            </a:r>
            <a:endParaRPr b="0" lang="en-IN" sz="5000" strike="noStrike" u="none">
              <a:solidFill>
                <a:srgbClr val="000000"/>
              </a:solidFill>
              <a:effectLst/>
              <a:uFillTx/>
              <a:latin typeface="Arial"/>
            </a:endParaRPr>
          </a:p>
        </p:txBody>
      </p:sp>
      <p:sp>
        <p:nvSpPr>
          <p:cNvPr id="48" name="PlaceHolder 2"/>
          <p:cNvSpPr>
            <a:spLocks noGrp="1"/>
          </p:cNvSpPr>
          <p:nvPr>
            <p:ph type="dt" idx="19"/>
          </p:nvPr>
        </p:nvSpPr>
        <p:spPr>
          <a:xfrm>
            <a:off x="1024200" y="6470640"/>
            <a:ext cx="215136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49" name="PlaceHolder 3"/>
          <p:cNvSpPr>
            <a:spLocks noGrp="1"/>
          </p:cNvSpPr>
          <p:nvPr>
            <p:ph type="ftr" idx="20"/>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0" name="PlaceHolder 4"/>
          <p:cNvSpPr>
            <a:spLocks noGrp="1"/>
          </p:cNvSpPr>
          <p:nvPr>
            <p:ph type="sldNum" idx="21"/>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0c0c0c"/>
                </a:solidFill>
                <a:effectLst/>
                <a:uFillTx/>
                <a:latin typeface="Twentieth Century"/>
                <a:ea typeface="Twentieth Century"/>
              </a:defRPr>
            </a:lvl1pPr>
          </a:lstStyle>
          <a:p>
            <a:pPr indent="0">
              <a:lnSpc>
                <a:spcPct val="100000"/>
              </a:lnSpc>
              <a:buNone/>
              <a:tabLst>
                <a:tab algn="l" pos="0"/>
              </a:tabLst>
            </a:pPr>
            <a:fld id="{6BECAEBB-6E2E-4B04-962F-31203FED485D}" type="slidenum">
              <a:rPr b="0" lang="en-US" sz="1000" strike="noStrike" u="none">
                <a:solidFill>
                  <a:srgbClr val="0c0c0c"/>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51" name="Google Shape;11;p1"/>
          <p:cNvCxnSpPr/>
          <p:nvPr/>
        </p:nvCxnSpPr>
        <p:spPr>
          <a:xfrm flipV="1">
            <a:off x="761760" y="826200"/>
            <a:ext cx="2880" cy="917280"/>
          </a:xfrm>
          <a:prstGeom prst="straightConnector1">
            <a:avLst/>
          </a:prstGeom>
          <a:ln w="19050">
            <a:solidFill>
              <a:srgbClr val="1cade4"/>
            </a:solidFill>
            <a:round/>
          </a:ln>
        </p:spPr>
      </p:cxnSp>
      <p:sp>
        <p:nvSpPr>
          <p:cNvPr id="52" name="PlaceHolder 1"/>
          <p:cNvSpPr>
            <a:spLocks noGrp="1"/>
          </p:cNvSpPr>
          <p:nvPr>
            <p:ph type="dt" idx="22"/>
          </p:nvPr>
        </p:nvSpPr>
        <p:spPr>
          <a:xfrm>
            <a:off x="1024200" y="6470640"/>
            <a:ext cx="215136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53" name="PlaceHolder 2"/>
          <p:cNvSpPr>
            <a:spLocks noGrp="1"/>
          </p:cNvSpPr>
          <p:nvPr>
            <p:ph type="ftr" idx="23"/>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4" name="PlaceHolder 3"/>
          <p:cNvSpPr>
            <a:spLocks noGrp="1"/>
          </p:cNvSpPr>
          <p:nvPr>
            <p:ph type="sldNum" idx="24"/>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0c0c0c"/>
                </a:solidFill>
                <a:effectLst/>
                <a:uFillTx/>
                <a:latin typeface="Twentieth Century"/>
                <a:ea typeface="Twentieth Century"/>
              </a:defRPr>
            </a:lvl1pPr>
          </a:lstStyle>
          <a:p>
            <a:pPr indent="0">
              <a:lnSpc>
                <a:spcPct val="100000"/>
              </a:lnSpc>
              <a:buNone/>
              <a:tabLst>
                <a:tab algn="l" pos="0"/>
              </a:tabLst>
            </a:pPr>
            <a:fld id="{2104402E-57C4-456F-A4A8-7442FCAD70F8}" type="slidenum">
              <a:rPr b="0" lang="en-US" sz="1000" strike="noStrike" u="none">
                <a:solidFill>
                  <a:srgbClr val="0c0c0c"/>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55" name="Google Shape;11;p1"/>
          <p:cNvCxnSpPr/>
          <p:nvPr/>
        </p:nvCxnSpPr>
        <p:spPr>
          <a:xfrm flipV="1">
            <a:off x="761760" y="826200"/>
            <a:ext cx="2880" cy="917280"/>
          </a:xfrm>
          <a:prstGeom prst="straightConnector1">
            <a:avLst/>
          </a:prstGeom>
          <a:ln w="19050">
            <a:solidFill>
              <a:srgbClr val="1cade4"/>
            </a:solidFill>
            <a:round/>
          </a:ln>
        </p:spPr>
      </p:cxnSp>
      <p:sp>
        <p:nvSpPr>
          <p:cNvPr id="56" name="PlaceHolder 1"/>
          <p:cNvSpPr>
            <a:spLocks noGrp="1"/>
          </p:cNvSpPr>
          <p:nvPr>
            <p:ph type="title"/>
          </p:nvPr>
        </p:nvSpPr>
        <p:spPr>
          <a:xfrm>
            <a:off x="1024200" y="471600"/>
            <a:ext cx="4386240" cy="1734480"/>
          </a:xfrm>
          <a:prstGeom prst="rect">
            <a:avLst/>
          </a:prstGeom>
          <a:noFill/>
          <a:ln w="0">
            <a:noFill/>
          </a:ln>
        </p:spPr>
        <p:txBody>
          <a:bodyPr lIns="91440" rIns="91440" tIns="45720" bIns="45720" anchor="ctr">
            <a:noAutofit/>
          </a:bodyPr>
          <a:p>
            <a:pPr indent="0">
              <a:lnSpc>
                <a:spcPct val="100000"/>
              </a:lnSpc>
              <a:buNone/>
              <a:tabLst>
                <a:tab algn="l" pos="0"/>
              </a:tabLst>
            </a:pPr>
            <a:r>
              <a:rPr b="0" lang="en-IN" sz="4000" strike="noStrike" u="none">
                <a:solidFill>
                  <a:srgbClr val="000000"/>
                </a:solidFill>
                <a:effectLst/>
                <a:uFillTx/>
                <a:latin typeface="Arial"/>
              </a:rPr>
              <a:t>Click to edit the title text format</a:t>
            </a:r>
            <a:endParaRPr b="0" lang="en-IN" sz="4000" strike="noStrike" u="none">
              <a:solidFill>
                <a:srgbClr val="000000"/>
              </a:solidFill>
              <a:effectLst/>
              <a:uFillTx/>
              <a:latin typeface="Arial"/>
            </a:endParaRPr>
          </a:p>
        </p:txBody>
      </p:sp>
      <p:sp>
        <p:nvSpPr>
          <p:cNvPr id="57" name="PlaceHolder 2"/>
          <p:cNvSpPr>
            <a:spLocks noGrp="1"/>
          </p:cNvSpPr>
          <p:nvPr>
            <p:ph type="body"/>
          </p:nvPr>
        </p:nvSpPr>
        <p:spPr>
          <a:xfrm>
            <a:off x="5715000" y="822960"/>
            <a:ext cx="5675400" cy="5181840"/>
          </a:xfrm>
          <a:prstGeom prst="rect">
            <a:avLst/>
          </a:prstGeom>
          <a:noFill/>
          <a:ln w="0">
            <a:noFill/>
          </a:ln>
        </p:spPr>
        <p:txBody>
          <a:bodyPr lIns="45720" rIns="45720" tIns="45720" bIns="45720" anchor="t">
            <a:normAutofit/>
          </a:bodyPr>
          <a:p>
            <a:pPr marL="432000" indent="-324000">
              <a:lnSpc>
                <a:spcPct val="100000"/>
              </a:lnSpc>
              <a:spcBef>
                <a:spcPts val="1417"/>
              </a:spcBef>
              <a:buClr>
                <a:srgbClr val="000000"/>
              </a:buClr>
              <a:buSzPct val="45000"/>
              <a:buFont typeface="Wingdings" charset="2"/>
              <a:buChar char=""/>
            </a:pPr>
            <a:r>
              <a:rPr b="0" lang="en-IN" sz="2400" strike="noStrike" u="none">
                <a:solidFill>
                  <a:srgbClr val="000000"/>
                </a:solidFill>
                <a:effectLst/>
                <a:uFillTx/>
                <a:latin typeface="Arial"/>
              </a:rPr>
              <a:t>Click to edit the outline text format</a:t>
            </a:r>
            <a:endParaRPr b="0" lang="en-IN"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400" strike="noStrike" u="none">
                <a:solidFill>
                  <a:srgbClr val="000000"/>
                </a:solidFill>
                <a:effectLst/>
                <a:uFillTx/>
                <a:latin typeface="Arial"/>
              </a:rPr>
              <a:t>Second Outline Level</a:t>
            </a:r>
            <a:endParaRPr b="0" lang="en-IN"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400" strike="noStrike" u="none">
                <a:solidFill>
                  <a:srgbClr val="000000"/>
                </a:solidFill>
                <a:effectLst/>
                <a:uFillTx/>
                <a:latin typeface="Arial"/>
              </a:rPr>
              <a:t>Third Outline Level</a:t>
            </a:r>
            <a:endParaRPr b="0" lang="en-IN"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400" strike="noStrike" u="none">
                <a:solidFill>
                  <a:srgbClr val="000000"/>
                </a:solidFill>
                <a:effectLst/>
                <a:uFillTx/>
                <a:latin typeface="Arial"/>
              </a:rPr>
              <a:t>Fourth Outline Level</a:t>
            </a:r>
            <a:endParaRPr b="0" lang="en-IN" sz="24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400" strike="noStrike" u="none">
                <a:solidFill>
                  <a:srgbClr val="000000"/>
                </a:solidFill>
                <a:effectLst/>
                <a:uFillTx/>
                <a:latin typeface="Arial"/>
              </a:rPr>
              <a:t>Fifth Outline Level</a:t>
            </a:r>
            <a:endParaRPr b="0" lang="en-IN" sz="24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400" strike="noStrike" u="none">
                <a:solidFill>
                  <a:srgbClr val="000000"/>
                </a:solidFill>
                <a:effectLst/>
                <a:uFillTx/>
                <a:latin typeface="Arial"/>
              </a:rPr>
              <a:t>Sixth Outline Level</a:t>
            </a:r>
            <a:endParaRPr b="0" lang="en-IN" sz="24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400" strike="noStrike" u="none">
                <a:solidFill>
                  <a:srgbClr val="000000"/>
                </a:solidFill>
                <a:effectLst/>
                <a:uFillTx/>
                <a:latin typeface="Arial"/>
              </a:rPr>
              <a:t>Seventh Outline Level</a:t>
            </a:r>
            <a:endParaRPr b="0" lang="en-IN" sz="2400" strike="noStrike" u="none">
              <a:solidFill>
                <a:srgbClr val="000000"/>
              </a:solidFill>
              <a:effectLst/>
              <a:uFillTx/>
              <a:latin typeface="Arial"/>
            </a:endParaRPr>
          </a:p>
        </p:txBody>
      </p:sp>
      <p:sp>
        <p:nvSpPr>
          <p:cNvPr id="58" name="PlaceHolder 3"/>
          <p:cNvSpPr>
            <a:spLocks noGrp="1"/>
          </p:cNvSpPr>
          <p:nvPr>
            <p:ph type="body"/>
          </p:nvPr>
        </p:nvSpPr>
        <p:spPr>
          <a:xfrm>
            <a:off x="1024200" y="2257560"/>
            <a:ext cx="4386240" cy="3759480"/>
          </a:xfrm>
          <a:prstGeom prst="rect">
            <a:avLst/>
          </a:prstGeom>
          <a:noFill/>
          <a:ln w="0">
            <a:noFill/>
          </a:ln>
        </p:spPr>
        <p:txBody>
          <a:bodyPr lIns="91440" rIns="91440" tIns="45720" bIns="45720" anchor="t">
            <a:normAutofit/>
          </a:bodyPr>
          <a:p>
            <a:pPr marL="432000" indent="-324000">
              <a:lnSpc>
                <a:spcPct val="100000"/>
              </a:lnSpc>
              <a:spcBef>
                <a:spcPts val="1417"/>
              </a:spcBef>
              <a:buClr>
                <a:srgbClr val="000000"/>
              </a:buClr>
              <a:buSzPct val="45000"/>
              <a:buFont typeface="Wingdings" charset="2"/>
              <a:buChar char=""/>
            </a:pPr>
            <a:r>
              <a:rPr b="0" lang="en-IN" sz="1600" strike="noStrike" u="none">
                <a:solidFill>
                  <a:srgbClr val="000000"/>
                </a:solidFill>
                <a:effectLst/>
                <a:uFillTx/>
                <a:latin typeface="Arial"/>
              </a:rPr>
              <a:t>Click to edit the outline text format</a:t>
            </a:r>
            <a:endParaRPr b="0" lang="en-IN"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600" strike="noStrike" u="none">
                <a:solidFill>
                  <a:srgbClr val="000000"/>
                </a:solidFill>
                <a:effectLst/>
                <a:uFillTx/>
                <a:latin typeface="Arial"/>
              </a:rPr>
              <a:t>Second Outline Level</a:t>
            </a:r>
            <a:endParaRPr b="0" lang="en-IN" sz="16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600" strike="noStrike" u="none">
                <a:solidFill>
                  <a:srgbClr val="000000"/>
                </a:solidFill>
                <a:effectLst/>
                <a:uFillTx/>
                <a:latin typeface="Arial"/>
              </a:rPr>
              <a:t>Third Outline Level</a:t>
            </a:r>
            <a:endParaRPr b="0" lang="en-IN" sz="16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600" strike="noStrike" u="none">
                <a:solidFill>
                  <a:srgbClr val="000000"/>
                </a:solidFill>
                <a:effectLst/>
                <a:uFillTx/>
                <a:latin typeface="Arial"/>
              </a:rPr>
              <a:t>Fourth Outline Level</a:t>
            </a:r>
            <a:endParaRPr b="0" lang="en-IN" sz="16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600" strike="noStrike" u="none">
                <a:solidFill>
                  <a:srgbClr val="000000"/>
                </a:solidFill>
                <a:effectLst/>
                <a:uFillTx/>
                <a:latin typeface="Arial"/>
              </a:rPr>
              <a:t>Fifth Outline Level</a:t>
            </a:r>
            <a:endParaRPr b="0" lang="en-IN" sz="16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600" strike="noStrike" u="none">
                <a:solidFill>
                  <a:srgbClr val="000000"/>
                </a:solidFill>
                <a:effectLst/>
                <a:uFillTx/>
                <a:latin typeface="Arial"/>
              </a:rPr>
              <a:t>Sixth Outline Level</a:t>
            </a:r>
            <a:endParaRPr b="0" lang="en-IN" sz="16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600" strike="noStrike" u="none">
                <a:solidFill>
                  <a:srgbClr val="000000"/>
                </a:solidFill>
                <a:effectLst/>
                <a:uFillTx/>
                <a:latin typeface="Arial"/>
              </a:rPr>
              <a:t>Seventh Outline Level</a:t>
            </a:r>
            <a:endParaRPr b="0" lang="en-IN" sz="1600" strike="noStrike" u="none">
              <a:solidFill>
                <a:srgbClr val="000000"/>
              </a:solidFill>
              <a:effectLst/>
              <a:uFillTx/>
              <a:latin typeface="Arial"/>
            </a:endParaRPr>
          </a:p>
        </p:txBody>
      </p:sp>
      <p:sp>
        <p:nvSpPr>
          <p:cNvPr id="59" name="PlaceHolder 4"/>
          <p:cNvSpPr>
            <a:spLocks noGrp="1"/>
          </p:cNvSpPr>
          <p:nvPr>
            <p:ph type="dt" idx="25"/>
          </p:nvPr>
        </p:nvSpPr>
        <p:spPr>
          <a:xfrm>
            <a:off x="1024200" y="6470640"/>
            <a:ext cx="215136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60" name="PlaceHolder 5"/>
          <p:cNvSpPr>
            <a:spLocks noGrp="1"/>
          </p:cNvSpPr>
          <p:nvPr>
            <p:ph type="ftr" idx="26"/>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1" name="PlaceHolder 6"/>
          <p:cNvSpPr>
            <a:spLocks noGrp="1"/>
          </p:cNvSpPr>
          <p:nvPr>
            <p:ph type="sldNum" idx="27"/>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0c0c0c"/>
                </a:solidFill>
                <a:effectLst/>
                <a:uFillTx/>
                <a:latin typeface="Twentieth Century"/>
                <a:ea typeface="Twentieth Century"/>
              </a:defRPr>
            </a:lvl1pPr>
          </a:lstStyle>
          <a:p>
            <a:pPr indent="0">
              <a:lnSpc>
                <a:spcPct val="100000"/>
              </a:lnSpc>
              <a:buNone/>
              <a:tabLst>
                <a:tab algn="l" pos="0"/>
              </a:tabLst>
            </a:pPr>
            <a:fld id="{DAA71E15-62C0-4895-994B-F9414CBD2BBD}" type="slidenum">
              <a:rPr b="0" lang="en-US" sz="1000" strike="noStrike" u="none">
                <a:solidFill>
                  <a:srgbClr val="0c0c0c"/>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62" name="Google Shape;11;p1"/>
          <p:cNvCxnSpPr/>
          <p:nvPr/>
        </p:nvCxnSpPr>
        <p:spPr>
          <a:xfrm flipV="1">
            <a:off x="761760" y="826200"/>
            <a:ext cx="2880" cy="917280"/>
          </a:xfrm>
          <a:prstGeom prst="straightConnector1">
            <a:avLst/>
          </a:prstGeom>
          <a:ln w="19050">
            <a:solidFill>
              <a:srgbClr val="1cade4"/>
            </a:solidFill>
            <a:round/>
          </a:ln>
        </p:spPr>
      </p:cxnSp>
      <p:sp>
        <p:nvSpPr>
          <p:cNvPr id="63" name="PlaceHolder 1"/>
          <p:cNvSpPr>
            <a:spLocks noGrp="1"/>
          </p:cNvSpPr>
          <p:nvPr>
            <p:ph type="title"/>
          </p:nvPr>
        </p:nvSpPr>
        <p:spPr>
          <a:xfrm>
            <a:off x="457200" y="4960080"/>
            <a:ext cx="7769520" cy="1460160"/>
          </a:xfrm>
          <a:prstGeom prst="rect">
            <a:avLst/>
          </a:prstGeom>
          <a:noFill/>
          <a:ln w="0">
            <a:noFill/>
          </a:ln>
        </p:spPr>
        <p:txBody>
          <a:bodyPr lIns="91440" rIns="91440" tIns="45720" bIns="45720" anchor="ctr">
            <a:normAutofit fontScale="92500" lnSpcReduction="9999"/>
          </a:bodyPr>
          <a:p>
            <a:pPr indent="0">
              <a:lnSpc>
                <a:spcPct val="100000"/>
              </a:lnSpc>
              <a:buNone/>
              <a:tabLst>
                <a:tab algn="l" pos="0"/>
              </a:tabLst>
            </a:pPr>
            <a:r>
              <a:rPr b="0" lang="en-IN" sz="5000" strike="noStrike" u="none">
                <a:solidFill>
                  <a:srgbClr val="000000"/>
                </a:solidFill>
                <a:effectLst/>
                <a:uFillTx/>
                <a:latin typeface="Arial"/>
              </a:rPr>
              <a:t>Click to edit the title text format</a:t>
            </a:r>
            <a:endParaRPr b="0" lang="en-IN" sz="5000" strike="noStrike" u="none">
              <a:solidFill>
                <a:srgbClr val="000000"/>
              </a:solidFill>
              <a:effectLst/>
              <a:uFillTx/>
              <a:latin typeface="Arial"/>
            </a:endParaRPr>
          </a:p>
        </p:txBody>
      </p:sp>
      <p:sp>
        <p:nvSpPr>
          <p:cNvPr id="64" name="PlaceHolder 2"/>
          <p:cNvSpPr>
            <a:spLocks noGrp="1"/>
          </p:cNvSpPr>
          <p:nvPr>
            <p:ph type="body"/>
          </p:nvPr>
        </p:nvSpPr>
        <p:spPr>
          <a:xfrm>
            <a:off x="0" y="0"/>
            <a:ext cx="12186000" cy="4569120"/>
          </a:xfrm>
          <a:prstGeom prst="rect">
            <a:avLst/>
          </a:prstGeom>
          <a:solidFill>
            <a:srgbClr val="76ceef"/>
          </a:solidFill>
          <a:ln w="0">
            <a:noFill/>
          </a:ln>
        </p:spPr>
        <p:txBody>
          <a:bodyPr lIns="90000" rIns="90000" tIns="45000" bIns="45000" anchor="t">
            <a:normAutofit/>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65" name="PlaceHolder 3"/>
          <p:cNvSpPr>
            <a:spLocks noGrp="1"/>
          </p:cNvSpPr>
          <p:nvPr>
            <p:ph type="body"/>
          </p:nvPr>
        </p:nvSpPr>
        <p:spPr>
          <a:xfrm>
            <a:off x="8610480" y="4960080"/>
            <a:ext cx="3197520" cy="1460160"/>
          </a:xfrm>
          <a:prstGeom prst="rect">
            <a:avLst/>
          </a:prstGeom>
          <a:noFill/>
          <a:ln w="0">
            <a:noFill/>
          </a:ln>
        </p:spPr>
        <p:txBody>
          <a:bodyPr lIns="91440" rIns="91440" tIns="45720" bIns="45720" anchor="ctr">
            <a:normAutofit fontScale="25000" lnSpcReduction="19999"/>
          </a:bodyPr>
          <a:p>
            <a:pPr marL="432000" indent="-324000">
              <a:lnSpc>
                <a:spcPct val="100000"/>
              </a:lnSpc>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66" name="PlaceHolder 4"/>
          <p:cNvSpPr>
            <a:spLocks noGrp="1"/>
          </p:cNvSpPr>
          <p:nvPr>
            <p:ph type="dt" idx="28"/>
          </p:nvPr>
        </p:nvSpPr>
        <p:spPr>
          <a:xfrm>
            <a:off x="1024200" y="6470640"/>
            <a:ext cx="215136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67" name="PlaceHolder 5"/>
          <p:cNvSpPr>
            <a:spLocks noGrp="1"/>
          </p:cNvSpPr>
          <p:nvPr>
            <p:ph type="ftr" idx="29"/>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8" name="PlaceHolder 6"/>
          <p:cNvSpPr>
            <a:spLocks noGrp="1"/>
          </p:cNvSpPr>
          <p:nvPr>
            <p:ph type="sldNum" idx="30"/>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0c0c0c"/>
                </a:solidFill>
                <a:effectLst/>
                <a:uFillTx/>
                <a:latin typeface="Twentieth Century"/>
                <a:ea typeface="Twentieth Century"/>
              </a:defRPr>
            </a:lvl1pPr>
          </a:lstStyle>
          <a:p>
            <a:pPr indent="0">
              <a:lnSpc>
                <a:spcPct val="100000"/>
              </a:lnSpc>
              <a:buNone/>
              <a:tabLst>
                <a:tab algn="l" pos="0"/>
              </a:tabLst>
            </a:pPr>
            <a:fld id="{9F36207E-EBCC-4D7F-BBEF-028786FD4250}" type="slidenum">
              <a:rPr b="0" lang="en-US" sz="1000" strike="noStrike" u="none">
                <a:solidFill>
                  <a:srgbClr val="0c0c0c"/>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cxnSp>
        <p:nvCxnSpPr>
          <p:cNvPr id="69" name="Google Shape;75;p10"/>
          <p:cNvCxnSpPr/>
          <p:nvPr/>
        </p:nvCxnSpPr>
        <p:spPr>
          <a:xfrm flipV="1">
            <a:off x="8386560" y="5263920"/>
            <a:ext cx="2880" cy="917280"/>
          </a:xfrm>
          <a:prstGeom prst="straightConnector1">
            <a:avLst/>
          </a:prstGeom>
          <a:ln w="19050">
            <a:solidFill>
              <a:srgbClr val="1cade4"/>
            </a:solidFill>
            <a:round/>
          </a:ln>
        </p:spPr>
      </p:cxn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70" name="Google Shape;11;p1"/>
          <p:cNvCxnSpPr/>
          <p:nvPr/>
        </p:nvCxnSpPr>
        <p:spPr>
          <a:xfrm flipV="1">
            <a:off x="761760" y="826200"/>
            <a:ext cx="2880" cy="917280"/>
          </a:xfrm>
          <a:prstGeom prst="straightConnector1">
            <a:avLst/>
          </a:prstGeom>
          <a:ln w="19050">
            <a:solidFill>
              <a:srgbClr val="1cade4"/>
            </a:solidFill>
            <a:round/>
          </a:ln>
        </p:spPr>
      </p:cxnSp>
      <p:sp>
        <p:nvSpPr>
          <p:cNvPr id="71" name="PlaceHolder 1"/>
          <p:cNvSpPr>
            <a:spLocks noGrp="1"/>
          </p:cNvSpPr>
          <p:nvPr>
            <p:ph type="title"/>
          </p:nvPr>
        </p:nvSpPr>
        <p:spPr>
          <a:xfrm>
            <a:off x="1024200" y="585360"/>
            <a:ext cx="9717120" cy="1496880"/>
          </a:xfrm>
          <a:prstGeom prst="rect">
            <a:avLst/>
          </a:prstGeom>
          <a:noFill/>
          <a:ln w="0">
            <a:noFill/>
          </a:ln>
        </p:spPr>
        <p:txBody>
          <a:bodyPr lIns="91440" rIns="91440" tIns="45720" bIns="45720" anchor="ctr">
            <a:normAutofit/>
          </a:bodyPr>
          <a:p>
            <a:pPr indent="0">
              <a:lnSpc>
                <a:spcPct val="100000"/>
              </a:lnSpc>
              <a:buNone/>
              <a:tabLst>
                <a:tab algn="l" pos="0"/>
              </a:tabLst>
            </a:pPr>
            <a:r>
              <a:rPr b="0" lang="en-IN" sz="5000" strike="noStrike" u="none">
                <a:solidFill>
                  <a:srgbClr val="000000"/>
                </a:solidFill>
                <a:effectLst/>
                <a:uFillTx/>
                <a:latin typeface="Arial"/>
              </a:rPr>
              <a:t>Click to edit the title text format</a:t>
            </a:r>
            <a:endParaRPr b="0" lang="en-IN" sz="5000" strike="noStrike" u="none">
              <a:solidFill>
                <a:srgbClr val="000000"/>
              </a:solidFill>
              <a:effectLst/>
              <a:uFillTx/>
              <a:latin typeface="Arial"/>
            </a:endParaRPr>
          </a:p>
        </p:txBody>
      </p:sp>
      <p:sp>
        <p:nvSpPr>
          <p:cNvPr id="72" name="PlaceHolder 2"/>
          <p:cNvSpPr>
            <a:spLocks noGrp="1"/>
          </p:cNvSpPr>
          <p:nvPr>
            <p:ph type="body"/>
          </p:nvPr>
        </p:nvSpPr>
        <p:spPr>
          <a:xfrm>
            <a:off x="1024200" y="2286000"/>
            <a:ext cx="9717120" cy="4020480"/>
          </a:xfrm>
          <a:prstGeom prst="rect">
            <a:avLst/>
          </a:prstGeom>
          <a:noFill/>
          <a:ln w="0">
            <a:noFill/>
          </a:ln>
        </p:spPr>
        <p:txBody>
          <a:bodyPr lIns="45720" rIns="45720" tIns="45720" bIns="45720" anchor="t">
            <a:normAutofit/>
          </a:bodyPr>
          <a:p>
            <a:pPr marL="432000" indent="-324000">
              <a:lnSpc>
                <a:spcPct val="100000"/>
              </a:lnSpc>
              <a:spcBef>
                <a:spcPts val="1417"/>
              </a:spcBef>
              <a:buClr>
                <a:srgbClr val="000000"/>
              </a:buClr>
              <a:buSzPct val="45000"/>
              <a:buFont typeface="Wingdings" charset="2"/>
              <a:buChar char=""/>
            </a:pPr>
            <a:r>
              <a:rPr b="0" lang="en-IN" sz="2200" strike="noStrike" u="none">
                <a:solidFill>
                  <a:srgbClr val="000000"/>
                </a:solidFill>
                <a:effectLst/>
                <a:uFillTx/>
                <a:latin typeface="Arial"/>
              </a:rPr>
              <a:t>Click to edit the outline text format</a:t>
            </a:r>
            <a:endParaRPr b="0" lang="en-IN" sz="2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IN" sz="2200" strike="noStrike" u="none">
                <a:solidFill>
                  <a:srgbClr val="000000"/>
                </a:solidFill>
                <a:effectLst/>
                <a:uFillTx/>
                <a:latin typeface="Arial"/>
              </a:rPr>
              <a:t>Second Outline Level</a:t>
            </a:r>
            <a:endParaRPr b="0" lang="en-IN" sz="22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IN" sz="2200" strike="noStrike" u="none">
                <a:solidFill>
                  <a:srgbClr val="000000"/>
                </a:solidFill>
                <a:effectLst/>
                <a:uFillTx/>
                <a:latin typeface="Arial"/>
              </a:rPr>
              <a:t>Third Outline Level</a:t>
            </a:r>
            <a:endParaRPr b="0" lang="en-IN" sz="2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IN" sz="2200" strike="noStrike" u="none">
                <a:solidFill>
                  <a:srgbClr val="000000"/>
                </a:solidFill>
                <a:effectLst/>
                <a:uFillTx/>
                <a:latin typeface="Arial"/>
              </a:rPr>
              <a:t>Fourth Outline Level</a:t>
            </a:r>
            <a:endParaRPr b="0" lang="en-IN" sz="2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Fifth Outline Level</a:t>
            </a:r>
            <a:endParaRPr b="0" lang="en-IN" sz="22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Sixth Outline Level</a:t>
            </a:r>
            <a:endParaRPr b="0" lang="en-IN" sz="22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IN" sz="2200" strike="noStrike" u="none">
                <a:solidFill>
                  <a:srgbClr val="000000"/>
                </a:solidFill>
                <a:effectLst/>
                <a:uFillTx/>
                <a:latin typeface="Arial"/>
              </a:rPr>
              <a:t>Seventh Outline Level</a:t>
            </a:r>
            <a:endParaRPr b="0" lang="en-IN" sz="2200" strike="noStrike" u="none">
              <a:solidFill>
                <a:srgbClr val="000000"/>
              </a:solidFill>
              <a:effectLst/>
              <a:uFillTx/>
              <a:latin typeface="Arial"/>
            </a:endParaRPr>
          </a:p>
        </p:txBody>
      </p:sp>
      <p:sp>
        <p:nvSpPr>
          <p:cNvPr id="73" name="PlaceHolder 3"/>
          <p:cNvSpPr>
            <a:spLocks noGrp="1"/>
          </p:cNvSpPr>
          <p:nvPr>
            <p:ph type="dt" idx="31"/>
          </p:nvPr>
        </p:nvSpPr>
        <p:spPr>
          <a:xfrm>
            <a:off x="1024200" y="6470640"/>
            <a:ext cx="215136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IN" sz="1400" strike="noStrike" u="none">
                <a:solidFill>
                  <a:srgbClr val="000000"/>
                </a:solidFill>
                <a:effectLst/>
                <a:uFillTx/>
                <a:latin typeface="Times New Roman"/>
              </a:defRPr>
            </a:lvl1pPr>
          </a:lstStyle>
          <a:p>
            <a:pPr indent="0">
              <a:lnSpc>
                <a:spcPct val="100000"/>
              </a:lnSpc>
              <a:buNone/>
              <a:tabLst>
                <a:tab algn="l" pos="0"/>
              </a:tabLst>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74" name="PlaceHolder 4"/>
          <p:cNvSpPr>
            <a:spLocks noGrp="1"/>
          </p:cNvSpPr>
          <p:nvPr>
            <p:ph type="ftr" idx="32"/>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75" name="PlaceHolder 5"/>
          <p:cNvSpPr>
            <a:spLocks noGrp="1"/>
          </p:cNvSpPr>
          <p:nvPr>
            <p:ph type="sldNum" idx="33"/>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0c0c0c"/>
                </a:solidFill>
                <a:effectLst/>
                <a:uFillTx/>
                <a:latin typeface="Twentieth Century"/>
                <a:ea typeface="Twentieth Century"/>
              </a:defRPr>
            </a:lvl1pPr>
          </a:lstStyle>
          <a:p>
            <a:pPr indent="0">
              <a:lnSpc>
                <a:spcPct val="100000"/>
              </a:lnSpc>
              <a:buNone/>
              <a:tabLst>
                <a:tab algn="l" pos="0"/>
              </a:tabLst>
            </a:pPr>
            <a:fld id="{9160D937-8B9B-417B-955A-DB2CFC0F0E9A}" type="slidenum">
              <a:rPr b="0" lang="en-US" sz="1000" strike="noStrike" u="none">
                <a:solidFill>
                  <a:srgbClr val="0c0c0c"/>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82" name="PlaceHolder 1"/>
          <p:cNvSpPr>
            <a:spLocks noGrp="1"/>
          </p:cNvSpPr>
          <p:nvPr>
            <p:ph type="title"/>
          </p:nvPr>
        </p:nvSpPr>
        <p:spPr>
          <a:xfrm>
            <a:off x="1024200" y="1019880"/>
            <a:ext cx="9717120" cy="62532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83" name="PlaceHolder 2"/>
          <p:cNvSpPr>
            <a:spLocks noGrp="1"/>
          </p:cNvSpPr>
          <p:nvPr>
            <p:ph/>
          </p:nvPr>
        </p:nvSpPr>
        <p:spPr>
          <a:xfrm>
            <a:off x="1024200" y="2286000"/>
            <a:ext cx="9717120" cy="402048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effectLst/>
              <a:uFillTx/>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D7206282-126C-4316-AB05-8D332926C52A}" type="slidenum">
              <a:t>&lt;#&gt;</a:t>
            </a:fld>
          </a:p>
        </p:txBody>
      </p:sp>
      <p:sp>
        <p:nvSpPr>
          <p:cNvPr id="6" name="PlaceHolder 5"/>
          <p:cNvSpPr>
            <a:spLocks noGrp="1"/>
          </p:cNvSpPr>
          <p:nvPr>
            <p:ph type="dt" idx="36"/>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84" name="PlaceHolder 1"/>
          <p:cNvSpPr>
            <a:spLocks noGrp="1"/>
          </p:cNvSpPr>
          <p:nvPr>
            <p:ph type="title"/>
          </p:nvPr>
        </p:nvSpPr>
        <p:spPr>
          <a:xfrm>
            <a:off x="1024200" y="1019880"/>
            <a:ext cx="9717120" cy="625320"/>
          </a:xfrm>
          <a:prstGeom prst="rect">
            <a:avLst/>
          </a:prstGeom>
          <a:noFill/>
          <a:ln w="0">
            <a:noFill/>
          </a:ln>
        </p:spPr>
        <p:txBody>
          <a:bodyPr lIns="0" rIns="0" tIns="0" bIns="0" anchor="ctr">
            <a:spAutoFit/>
          </a:bodyPr>
          <a:p>
            <a:pPr indent="0" algn="ctr">
              <a:buNone/>
            </a:pPr>
            <a:endParaRPr b="0" lang="en-IN" sz="4400" strike="noStrike" u="none">
              <a:solidFill>
                <a:srgbClr val="000000"/>
              </a:solidFill>
              <a:effectLst/>
              <a:uFillTx/>
              <a:latin typeface="Arial"/>
            </a:endParaRPr>
          </a:p>
        </p:txBody>
      </p:sp>
      <p:sp>
        <p:nvSpPr>
          <p:cNvPr id="85" name="PlaceHolder 2"/>
          <p:cNvSpPr>
            <a:spLocks noGrp="1"/>
          </p:cNvSpPr>
          <p:nvPr>
            <p:ph/>
          </p:nvPr>
        </p:nvSpPr>
        <p:spPr>
          <a:xfrm>
            <a:off x="1024200" y="2286000"/>
            <a:ext cx="9717120" cy="4020480"/>
          </a:xfrm>
          <a:prstGeom prst="rect">
            <a:avLst/>
          </a:prstGeom>
          <a:noFill/>
          <a:ln w="0">
            <a:noFill/>
          </a:ln>
        </p:spPr>
        <p:txBody>
          <a:bodyPr lIns="0" rIns="0" tIns="0" bIns="0" anchor="t">
            <a:normAutofit/>
          </a:bodyPr>
          <a:p>
            <a:pPr indent="0">
              <a:spcBef>
                <a:spcPts val="1417"/>
              </a:spcBef>
              <a:buNone/>
            </a:pPr>
            <a:endParaRPr b="0" lang="en-IN" sz="3200" strike="noStrike" u="none">
              <a:solidFill>
                <a:srgbClr val="000000"/>
              </a:solidFill>
              <a:effectLst/>
              <a:uFillTx/>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589DFF81-4BD4-45E3-9DC5-41E5115DE778}" type="slidenum">
              <a:t>&lt;#&gt;</a:t>
            </a:fld>
          </a:p>
        </p:txBody>
      </p:sp>
      <p:sp>
        <p:nvSpPr>
          <p:cNvPr id="6" name="PlaceHolder 5"/>
          <p:cNvSpPr>
            <a:spLocks noGrp="1"/>
          </p:cNvSpPr>
          <p:nvPr>
            <p:ph type="dt" idx="36"/>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2.xml"/><Relationship Id="rId3"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2fafd"/>
            </a:gs>
            <a:gs pos="74000">
              <a:srgbClr val="97daf2"/>
            </a:gs>
            <a:gs pos="83000">
              <a:srgbClr val="97daf2"/>
            </a:gs>
            <a:gs pos="100000">
              <a:srgbClr val="bae6f6"/>
            </a:gs>
          </a:gsLst>
          <a:lin ang="5400000"/>
        </a:gradFill>
      </p:bgPr>
    </p:bg>
    <p:spTree>
      <p:nvGrpSpPr>
        <p:cNvPr id="1" name=""/>
        <p:cNvGrpSpPr/>
        <p:nvPr/>
      </p:nvGrpSpPr>
      <p:grpSpPr>
        <a:xfrm>
          <a:off x="0" y="0"/>
          <a:ext cx="0" cy="0"/>
          <a:chOff x="0" y="0"/>
          <a:chExt cx="0" cy="0"/>
        </a:xfrm>
      </p:grpSpPr>
      <p:cxnSp>
        <p:nvCxnSpPr>
          <p:cNvPr id="76" name="Google Shape;95;p13"/>
          <p:cNvCxnSpPr/>
          <p:nvPr/>
        </p:nvCxnSpPr>
        <p:spPr>
          <a:xfrm flipV="1">
            <a:off x="761760" y="826200"/>
            <a:ext cx="2880" cy="917280"/>
          </a:xfrm>
          <a:prstGeom prst="straightConnector1">
            <a:avLst/>
          </a:prstGeom>
          <a:ln w="19050">
            <a:solidFill>
              <a:srgbClr val="1cade4"/>
            </a:solidFill>
            <a:round/>
          </a:ln>
        </p:spPr>
      </p:cxnSp>
      <p:sp>
        <p:nvSpPr>
          <p:cNvPr id="77" name="PlaceHolder 1"/>
          <p:cNvSpPr>
            <a:spLocks noGrp="1"/>
          </p:cNvSpPr>
          <p:nvPr>
            <p:ph type="title"/>
          </p:nvPr>
        </p:nvSpPr>
        <p:spPr>
          <a:xfrm>
            <a:off x="1024200" y="1195200"/>
            <a:ext cx="9717120" cy="274680"/>
          </a:xfrm>
          <a:prstGeom prst="rect">
            <a:avLst/>
          </a:prstGeom>
          <a:noFill/>
          <a:ln w="0">
            <a:noFill/>
          </a:ln>
        </p:spPr>
        <p:txBody>
          <a:bodyPr lIns="0" rIns="0" tIns="0" bIns="0" anchor="ctr">
            <a:spAutoFit/>
          </a:bodyPr>
          <a:p>
            <a:pPr indent="0">
              <a:buNone/>
            </a:pPr>
            <a:r>
              <a:rPr b="0" lang="en-IN" sz="1800" strike="noStrike" u="none">
                <a:solidFill>
                  <a:srgbClr val="000000"/>
                </a:solidFill>
                <a:effectLst/>
                <a:uFillTx/>
                <a:latin typeface="Arial"/>
              </a:rPr>
              <a:t>Click to edit the title text format</a:t>
            </a:r>
            <a:endParaRPr b="0" lang="en-IN" sz="1800" strike="noStrike" u="none">
              <a:solidFill>
                <a:srgbClr val="000000"/>
              </a:solidFill>
              <a:effectLst/>
              <a:uFillTx/>
              <a:latin typeface="Arial"/>
            </a:endParaRPr>
          </a:p>
        </p:txBody>
      </p:sp>
      <p:sp>
        <p:nvSpPr>
          <p:cNvPr id="78" name="PlaceHolder 2"/>
          <p:cNvSpPr>
            <a:spLocks noGrp="1"/>
          </p:cNvSpPr>
          <p:nvPr>
            <p:ph type="body"/>
          </p:nvPr>
        </p:nvSpPr>
        <p:spPr>
          <a:xfrm>
            <a:off x="1024200" y="2286000"/>
            <a:ext cx="9717120" cy="4020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trike="noStrike" u="none">
                <a:solidFill>
                  <a:srgbClr val="000000"/>
                </a:solidFill>
                <a:effectLst/>
                <a:uFillTx/>
                <a:latin typeface="Arial"/>
              </a:rPr>
              <a:t>Click to edit the outline text format</a:t>
            </a:r>
            <a:endParaRPr b="0" lang="en-IN"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IN" sz="1800" strike="noStrike" u="none">
                <a:solidFill>
                  <a:srgbClr val="000000"/>
                </a:solidFill>
                <a:effectLst/>
                <a:uFillTx/>
                <a:latin typeface="Arial"/>
              </a:rPr>
              <a:t>Second Outline Level</a:t>
            </a:r>
            <a:endParaRPr b="0" lang="en-IN"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IN" sz="1800" strike="noStrike" u="none">
                <a:solidFill>
                  <a:srgbClr val="000000"/>
                </a:solidFill>
                <a:effectLst/>
                <a:uFillTx/>
                <a:latin typeface="Arial"/>
              </a:rPr>
              <a:t>Third Outline Level</a:t>
            </a:r>
            <a:endParaRPr b="0" lang="en-IN"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IN" sz="1800" strike="noStrike" u="none">
                <a:solidFill>
                  <a:srgbClr val="000000"/>
                </a:solidFill>
                <a:effectLst/>
                <a:uFillTx/>
                <a:latin typeface="Arial"/>
              </a:rPr>
              <a:t>Fourth Outline Level</a:t>
            </a:r>
            <a:endParaRPr b="0" lang="en-IN"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Fifth Outline Level</a:t>
            </a:r>
            <a:endParaRPr b="0" lang="en-IN"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Sixth Outline Level</a:t>
            </a:r>
            <a:endParaRPr b="0" lang="en-IN"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IN" sz="1800" strike="noStrike" u="none">
                <a:solidFill>
                  <a:srgbClr val="000000"/>
                </a:solidFill>
                <a:effectLst/>
                <a:uFillTx/>
                <a:latin typeface="Arial"/>
              </a:rPr>
              <a:t>Seventh Outline Level</a:t>
            </a:r>
            <a:endParaRPr b="0" lang="en-IN" sz="1800" strike="noStrike" u="none">
              <a:solidFill>
                <a:srgbClr val="000000"/>
              </a:solidFill>
              <a:effectLst/>
              <a:uFillTx/>
              <a:latin typeface="Arial"/>
            </a:endParaRPr>
          </a:p>
        </p:txBody>
      </p:sp>
      <p:sp>
        <p:nvSpPr>
          <p:cNvPr id="79" name="PlaceHolder 3"/>
          <p:cNvSpPr>
            <a:spLocks noGrp="1"/>
          </p:cNvSpPr>
          <p:nvPr>
            <p:ph type="ftr" idx="34"/>
          </p:nvPr>
        </p:nvSpPr>
        <p:spPr>
          <a:xfrm>
            <a:off x="4843080" y="6470640"/>
            <a:ext cx="5898600" cy="2714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trike="noStrike" u="none">
                <a:solidFill>
                  <a:srgbClr val="000000"/>
                </a:solidFill>
                <a:effectLst/>
                <a:uFillTx/>
                <a:latin typeface="Times New Roman"/>
              </a:defRPr>
            </a:lvl1pPr>
          </a:lstStyle>
          <a:p>
            <a:pPr indent="0" algn="ctr">
              <a:lnSpc>
                <a:spcPct val="100000"/>
              </a:lnSpc>
              <a:buNone/>
              <a:tabLst>
                <a:tab algn="l" pos="0"/>
              </a:tabLst>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80" name="PlaceHolder 4"/>
          <p:cNvSpPr>
            <a:spLocks noGrp="1"/>
          </p:cNvSpPr>
          <p:nvPr>
            <p:ph type="sldNum" idx="35"/>
          </p:nvPr>
        </p:nvSpPr>
        <p:spPr>
          <a:xfrm>
            <a:off x="10837440" y="6470640"/>
            <a:ext cx="970920" cy="2714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000" strike="noStrike" u="none">
                <a:solidFill>
                  <a:srgbClr val="fefefe"/>
                </a:solidFill>
                <a:effectLst/>
                <a:uFillTx/>
                <a:latin typeface="Twentieth Century"/>
                <a:ea typeface="Twentieth Century"/>
              </a:defRPr>
            </a:lvl1pPr>
          </a:lstStyle>
          <a:p>
            <a:pPr indent="0">
              <a:lnSpc>
                <a:spcPct val="100000"/>
              </a:lnSpc>
              <a:buNone/>
              <a:tabLst>
                <a:tab algn="l" pos="0"/>
              </a:tabLst>
            </a:pPr>
            <a:fld id="{395B1FA6-7CF3-45A7-84B0-4B379C247B38}" type="slidenum">
              <a:rPr b="0" lang="en-US" sz="1000" strike="noStrike" u="none">
                <a:solidFill>
                  <a:srgbClr val="fefefe"/>
                </a:solidFill>
                <a:effectLst/>
                <a:uFillTx/>
                <a:latin typeface="Twentieth Century"/>
                <a:ea typeface="Twentieth Century"/>
              </a:rPr>
              <a:t>&lt;number&gt;</a:t>
            </a:fld>
            <a:endParaRPr b="0" lang="en-IN" sz="1000" strike="noStrike" u="none">
              <a:solidFill>
                <a:srgbClr val="000000"/>
              </a:solidFill>
              <a:effectLst/>
              <a:uFillTx/>
              <a:latin typeface="Times New Roman"/>
            </a:endParaRPr>
          </a:p>
        </p:txBody>
      </p:sp>
      <p:sp>
        <p:nvSpPr>
          <p:cNvPr id="81" name="PlaceHolder 5"/>
          <p:cNvSpPr>
            <a:spLocks noGrp="1"/>
          </p:cNvSpPr>
          <p:nvPr>
            <p:ph type="dt" idx="36"/>
          </p:nvPr>
        </p:nvSpPr>
        <p:spPr>
          <a:xfrm>
            <a:off x="1024200" y="6470640"/>
            <a:ext cx="2151360" cy="271440"/>
          </a:xfrm>
          <a:prstGeom prst="rect">
            <a:avLst/>
          </a:prstGeom>
          <a:noFill/>
          <a:ln w="0">
            <a:noFill/>
          </a:ln>
        </p:spPr>
        <p:txBody>
          <a:bodyPr lIns="91440" rIns="91440" tIns="45720" bIns="45720" anchor="ctr">
            <a:noAutofit/>
          </a:bodyPr>
          <a:lstStyle>
            <a:lvl1pPr indent="0">
              <a:buNone/>
              <a:defRPr b="0" lang="en-IN" sz="1400" strike="noStrike" u="none">
                <a:solidFill>
                  <a:srgbClr val="000000"/>
                </a:solidFill>
                <a:effectLst/>
                <a:uFillTx/>
                <a:latin typeface="Times New Roman"/>
              </a:defRPr>
            </a:lvl1pPr>
          </a:lstStyle>
          <a:p>
            <a:pPr indent="0">
              <a:buNone/>
            </a:pPr>
            <a:r>
              <a:rPr b="0" lang="en-IN" sz="1400" strike="noStrike" u="none">
                <a:solidFill>
                  <a:srgbClr val="000000"/>
                </a:solidFill>
                <a:effectLst/>
                <a:uFillTx/>
                <a:latin typeface="Times New Roman"/>
              </a:rPr>
              <a:t>&lt;date/time&gt;</a:t>
            </a:r>
            <a:endParaRPr b="0" lang="en-IN" sz="1400" strike="noStrike" u="none">
              <a:solidFill>
                <a:srgbClr val="000000"/>
              </a:solidFill>
              <a:effectLst/>
              <a:uFillTx/>
              <a:latin typeface="Times New Roman"/>
            </a:endParaRPr>
          </a:p>
        </p:txBody>
      </p:sp>
    </p:spTree>
  </p:cSld>
  <p:clrMap bg1="lt1" tx1="dk1" bg2="dk2" tx2="lt2" accent1="accent1" accent2="accent2" accent3="accent3" accent4="accent4" accent5="accent5" accent6="accent6" hlink="hlink" folHlink="folHlink"/>
  <p:sldLayoutIdLst>
    <p:sldLayoutId id="2147483661" r:id="rId2"/>
    <p:sldLayoutId id="2147483662"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Google Shape;106;p15"/>
          <p:cNvSpPr/>
          <p:nvPr/>
        </p:nvSpPr>
        <p:spPr>
          <a:xfrm>
            <a:off x="0" y="1440"/>
            <a:ext cx="4066920" cy="685512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87" name="PlaceHolder 1"/>
          <p:cNvSpPr>
            <a:spLocks noGrp="1"/>
          </p:cNvSpPr>
          <p:nvPr>
            <p:ph type="title"/>
          </p:nvPr>
        </p:nvSpPr>
        <p:spPr>
          <a:xfrm>
            <a:off x="309960" y="720000"/>
            <a:ext cx="3426840" cy="5610240"/>
          </a:xfrm>
          <a:prstGeom prst="rect">
            <a:avLst/>
          </a:prstGeom>
          <a:noFill/>
          <a:ln w="0">
            <a:noFill/>
          </a:ln>
        </p:spPr>
        <p:txBody>
          <a:bodyPr lIns="91440" rIns="91440" tIns="45720" bIns="45720" anchor="ctr">
            <a:normAutofit/>
          </a:bodyPr>
          <a:p>
            <a:pPr indent="0">
              <a:lnSpc>
                <a:spcPct val="80000"/>
              </a:lnSpc>
              <a:buNone/>
              <a:tabLst>
                <a:tab algn="l" pos="0"/>
              </a:tabLst>
            </a:pPr>
            <a:r>
              <a:rPr b="1" lang="en-US" sz="4800" strike="noStrike" u="none">
                <a:solidFill>
                  <a:srgbClr val="ffffff"/>
                </a:solidFill>
                <a:effectLst/>
                <a:uFillTx/>
                <a:latin typeface="Twentieth Century"/>
                <a:ea typeface="Twentieth Century"/>
              </a:rPr>
              <a:t>JAVA PROGRAMMING PROJECT PRESENTATION</a:t>
            </a:r>
            <a:endParaRPr b="0" lang="en-IN" sz="4800" strike="noStrike" u="none">
              <a:solidFill>
                <a:srgbClr val="000000"/>
              </a:solidFill>
              <a:effectLst/>
              <a:uFillTx/>
              <a:latin typeface="Arial"/>
            </a:endParaRPr>
          </a:p>
        </p:txBody>
      </p:sp>
      <p:sp>
        <p:nvSpPr>
          <p:cNvPr id="88" name="PlaceHolder 2"/>
          <p:cNvSpPr>
            <a:spLocks noGrp="1"/>
          </p:cNvSpPr>
          <p:nvPr>
            <p:ph/>
          </p:nvPr>
        </p:nvSpPr>
        <p:spPr>
          <a:xfrm>
            <a:off x="4500000" y="1620000"/>
            <a:ext cx="7369200" cy="5035680"/>
          </a:xfrm>
          <a:prstGeom prst="rect">
            <a:avLst/>
          </a:prstGeom>
          <a:noFill/>
          <a:ln w="0">
            <a:noFill/>
          </a:ln>
        </p:spPr>
        <p:txBody>
          <a:bodyPr lIns="45720" rIns="45720" tIns="45720" bIns="45720" anchor="t">
            <a:normAutofit/>
          </a:bodyPr>
          <a:p>
            <a:pPr marL="91440" indent="0">
              <a:lnSpc>
                <a:spcPct val="90000"/>
              </a:lnSpc>
              <a:buNone/>
              <a:tabLst>
                <a:tab algn="l" pos="0"/>
              </a:tabLst>
            </a:pPr>
            <a:endParaRPr b="0" lang="en-IN" sz="2200" strike="noStrike" u="none">
              <a:solidFill>
                <a:srgbClr val="000000"/>
              </a:solidFill>
              <a:effectLst/>
              <a:uFillTx/>
              <a:latin typeface="Arial"/>
            </a:endParaRPr>
          </a:p>
          <a:p>
            <a:pPr marL="91440" indent="0">
              <a:lnSpc>
                <a:spcPct val="90000"/>
              </a:lnSpc>
              <a:spcBef>
                <a:spcPts val="1191"/>
              </a:spcBef>
              <a:spcAft>
                <a:spcPts val="992"/>
              </a:spcAft>
              <a:buNone/>
              <a:tabLst>
                <a:tab algn="l" pos="0"/>
              </a:tabLst>
            </a:pPr>
            <a:r>
              <a:rPr b="1" lang="en-US" sz="2200" strike="noStrike" u="sng">
                <a:solidFill>
                  <a:schemeClr val="dk1"/>
                </a:solidFill>
                <a:effectLst/>
                <a:uFillTx/>
                <a:latin typeface="Twentieth Century"/>
                <a:ea typeface="Twentieth Century"/>
              </a:rPr>
              <a:t>Project Title</a:t>
            </a:r>
            <a:r>
              <a:rPr b="1" lang="en-US" sz="2200" strike="noStrike" u="none">
                <a:solidFill>
                  <a:schemeClr val="dk1"/>
                </a:solidFill>
                <a:effectLst/>
                <a:uFillTx/>
                <a:latin typeface="Twentieth Century"/>
                <a:ea typeface="Twentieth Century"/>
              </a:rPr>
              <a:t>:</a:t>
            </a:r>
            <a:r>
              <a:rPr b="0" i="1" lang="en-US" sz="2200" strike="noStrike" u="none">
                <a:solidFill>
                  <a:schemeClr val="dk1"/>
                </a:solidFill>
                <a:effectLst/>
                <a:uFillTx/>
                <a:latin typeface="Twentieth Century"/>
                <a:ea typeface="Twentieth Century"/>
              </a:rPr>
              <a:t> </a:t>
            </a:r>
            <a:r>
              <a:rPr b="0" lang="en-US" sz="2200" strike="noStrike" u="none">
                <a:solidFill>
                  <a:schemeClr val="dk1"/>
                </a:solidFill>
                <a:effectLst/>
                <a:uFillTx/>
                <a:latin typeface="Twentieth Century"/>
                <a:ea typeface="Twentieth Century"/>
              </a:rPr>
              <a:t>Complaint Management System. </a:t>
            </a:r>
            <a:endParaRPr b="0" lang="en-IN" sz="2200" strike="noStrike" u="none">
              <a:solidFill>
                <a:srgbClr val="000000"/>
              </a:solidFill>
              <a:effectLst/>
              <a:uFillTx/>
              <a:latin typeface="Arial"/>
            </a:endParaRPr>
          </a:p>
          <a:p>
            <a:pPr marL="91440" indent="-79920">
              <a:lnSpc>
                <a:spcPct val="90000"/>
              </a:lnSpc>
              <a:spcBef>
                <a:spcPts val="1400"/>
              </a:spcBef>
              <a:buClr>
                <a:srgbClr val="1cade4"/>
              </a:buClr>
              <a:buSzPct val="82000"/>
              <a:buFont typeface="Twentieth Century"/>
              <a:buChar char=" "/>
              <a:tabLst>
                <a:tab algn="l" pos="0"/>
              </a:tabLst>
            </a:pPr>
            <a:r>
              <a:rPr b="1" lang="en-US" sz="2200" strike="noStrike" u="sng">
                <a:solidFill>
                  <a:schemeClr val="dk1"/>
                </a:solidFill>
                <a:effectLst/>
                <a:uFillTx/>
                <a:latin typeface="Twentieth Century"/>
                <a:ea typeface="Twentieth Century"/>
              </a:rPr>
              <a:t>Course</a:t>
            </a:r>
            <a:r>
              <a:rPr b="1" lang="en-US" sz="2200" strike="noStrike" u="none">
                <a:solidFill>
                  <a:schemeClr val="dk1"/>
                </a:solidFill>
                <a:effectLst/>
                <a:uFillTx/>
                <a:latin typeface="Twentieth Century"/>
                <a:ea typeface="Twentieth Century"/>
              </a:rPr>
              <a:t>:</a:t>
            </a:r>
            <a:r>
              <a:rPr b="0" i="1" lang="en-US" sz="2200" strike="noStrike" u="none">
                <a:solidFill>
                  <a:schemeClr val="dk1"/>
                </a:solidFill>
                <a:effectLst/>
                <a:uFillTx/>
                <a:latin typeface="Twentieth Century"/>
                <a:ea typeface="Twentieth Century"/>
              </a:rPr>
              <a:t> </a:t>
            </a:r>
            <a:r>
              <a:rPr b="0" lang="en-US" sz="2200" strike="noStrike" u="none">
                <a:solidFill>
                  <a:schemeClr val="dk1"/>
                </a:solidFill>
                <a:effectLst/>
                <a:uFillTx/>
                <a:latin typeface="Twentieth Century"/>
                <a:ea typeface="Twentieth Century"/>
              </a:rPr>
              <a:t>Java Programming  / Mini Project</a:t>
            </a:r>
            <a:endParaRPr b="0" lang="en-IN" sz="2200" strike="noStrike" u="none">
              <a:solidFill>
                <a:srgbClr val="000000"/>
              </a:solidFill>
              <a:effectLst/>
              <a:uFillTx/>
              <a:latin typeface="Arial"/>
            </a:endParaRPr>
          </a:p>
          <a:p>
            <a:pPr marL="91440" indent="0">
              <a:lnSpc>
                <a:spcPct val="90000"/>
              </a:lnSpc>
              <a:spcBef>
                <a:spcPts val="1400"/>
              </a:spcBef>
              <a:buNone/>
              <a:tabLst>
                <a:tab algn="l" pos="0"/>
              </a:tabLst>
            </a:pPr>
            <a:r>
              <a:rPr b="0" i="1" lang="en-US" sz="2200" strike="noStrike" u="none">
                <a:solidFill>
                  <a:schemeClr val="dk1"/>
                </a:solidFill>
                <a:effectLst/>
                <a:uFillTx/>
                <a:latin typeface="Twentieth Century"/>
                <a:ea typeface="Twentieth Century"/>
              </a:rPr>
              <a:t> </a:t>
            </a:r>
            <a:endParaRPr b="0" lang="en-IN" sz="2200" strike="noStrike" u="none">
              <a:solidFill>
                <a:srgbClr val="000000"/>
              </a:solidFill>
              <a:effectLst/>
              <a:uFillTx/>
              <a:latin typeface="Arial"/>
            </a:endParaRPr>
          </a:p>
          <a:p>
            <a:pPr marL="91440" indent="-79920">
              <a:lnSpc>
                <a:spcPct val="90000"/>
              </a:lnSpc>
              <a:spcBef>
                <a:spcPts val="1400"/>
              </a:spcBef>
              <a:buClr>
                <a:srgbClr val="1cade4"/>
              </a:buClr>
              <a:buSzPct val="82000"/>
              <a:buFont typeface="Twentieth Century"/>
              <a:buChar char=" "/>
              <a:tabLst>
                <a:tab algn="l" pos="0"/>
              </a:tabLst>
            </a:pPr>
            <a:r>
              <a:rPr b="1" lang="en-US" sz="2200" strike="noStrike" u="sng">
                <a:solidFill>
                  <a:schemeClr val="dk1"/>
                </a:solidFill>
                <a:effectLst/>
                <a:uFillTx/>
                <a:latin typeface="Twentieth Century"/>
                <a:ea typeface="Twentieth Century"/>
              </a:rPr>
              <a:t>Student Name &amp; Roll No</a:t>
            </a:r>
            <a:r>
              <a:rPr b="1" lang="en-US" sz="2200" strike="noStrike" u="none">
                <a:solidFill>
                  <a:schemeClr val="dk1"/>
                </a:solidFill>
                <a:effectLst/>
                <a:uFillTx/>
                <a:latin typeface="Twentieth Century"/>
                <a:ea typeface="Twentieth Century"/>
              </a:rPr>
              <a:t>:</a:t>
            </a:r>
            <a:r>
              <a:rPr b="0" lang="en-US" sz="2200" strike="noStrike" u="none">
                <a:solidFill>
                  <a:schemeClr val="dk1"/>
                </a:solidFill>
                <a:effectLst/>
                <a:uFillTx/>
                <a:latin typeface="Twentieth Century"/>
                <a:ea typeface="Twentieth Century"/>
              </a:rPr>
              <a:t>SUDEEPA J &amp;25BCS056</a:t>
            </a:r>
            <a:endParaRPr b="0" lang="en-IN" sz="2200" strike="noStrike" u="none">
              <a:solidFill>
                <a:srgbClr val="000000"/>
              </a:solidFill>
              <a:effectLst/>
              <a:uFillTx/>
              <a:latin typeface="Arial"/>
            </a:endParaRPr>
          </a:p>
          <a:p>
            <a:pPr marL="91440" indent="0">
              <a:lnSpc>
                <a:spcPct val="90000"/>
              </a:lnSpc>
              <a:spcBef>
                <a:spcPts val="1400"/>
              </a:spcBef>
              <a:buNone/>
              <a:tabLst>
                <a:tab algn="l" pos="0"/>
              </a:tabLst>
            </a:pPr>
            <a:r>
              <a:rPr b="1" lang="en-US" sz="2200" strike="noStrike" u="none">
                <a:solidFill>
                  <a:schemeClr val="dk1"/>
                </a:solidFill>
                <a:effectLst/>
                <a:uFillTx/>
                <a:latin typeface="Twentieth Century"/>
                <a:ea typeface="Twentieth Century"/>
              </a:rPr>
              <a:t> </a:t>
            </a:r>
            <a:r>
              <a:rPr b="1" lang="en-US" sz="2200" strike="noStrike" u="sng">
                <a:solidFill>
                  <a:schemeClr val="dk1"/>
                </a:solidFill>
                <a:effectLst/>
                <a:uFillTx/>
                <a:latin typeface="Twentieth Century"/>
                <a:ea typeface="Twentieth Century"/>
              </a:rPr>
              <a:t>Department</a:t>
            </a:r>
            <a:r>
              <a:rPr b="1" lang="en-US" sz="2200" strike="noStrike" u="none">
                <a:solidFill>
                  <a:schemeClr val="dk1"/>
                </a:solidFill>
                <a:effectLst/>
                <a:uFillTx/>
                <a:latin typeface="Twentieth Century"/>
                <a:ea typeface="Twentieth Century"/>
              </a:rPr>
              <a:t>:</a:t>
            </a:r>
            <a:r>
              <a:rPr b="0" i="1" lang="en-US" sz="2200" strike="noStrike" u="none">
                <a:solidFill>
                  <a:schemeClr val="dk1"/>
                </a:solidFill>
                <a:effectLst/>
                <a:uFillTx/>
                <a:latin typeface="Twentieth Century"/>
                <a:ea typeface="Twentieth Century"/>
              </a:rPr>
              <a:t> </a:t>
            </a:r>
            <a:r>
              <a:rPr b="0" lang="en-US" sz="2200" strike="noStrike" u="none">
                <a:solidFill>
                  <a:schemeClr val="dk1"/>
                </a:solidFill>
                <a:effectLst/>
                <a:uFillTx/>
                <a:latin typeface="Twentieth Century"/>
                <a:ea typeface="Twentieth Century"/>
              </a:rPr>
              <a:t>Computer Science </a:t>
            </a:r>
            <a:endParaRPr b="0" lang="en-IN" sz="2200" strike="noStrike" u="none">
              <a:solidFill>
                <a:srgbClr val="000000"/>
              </a:solidFill>
              <a:effectLst/>
              <a:uFillTx/>
              <a:latin typeface="Arial"/>
            </a:endParaRPr>
          </a:p>
          <a:p>
            <a:pPr marL="91440" indent="0">
              <a:lnSpc>
                <a:spcPct val="90000"/>
              </a:lnSpc>
              <a:spcBef>
                <a:spcPts val="1400"/>
              </a:spcBef>
              <a:buNone/>
              <a:tabLst>
                <a:tab algn="l" pos="0"/>
              </a:tabLst>
            </a:pPr>
            <a:endParaRPr b="0" lang="en-IN" sz="2200" strike="noStrike" u="none">
              <a:solidFill>
                <a:srgbClr val="000000"/>
              </a:solidFill>
              <a:effectLst/>
              <a:uFillTx/>
              <a:latin typeface="Arial"/>
            </a:endParaRPr>
          </a:p>
          <a:p>
            <a:pPr marL="91440" indent="-79920">
              <a:lnSpc>
                <a:spcPct val="90000"/>
              </a:lnSpc>
              <a:spcBef>
                <a:spcPts val="1400"/>
              </a:spcBef>
              <a:buClr>
                <a:srgbClr val="1cade4"/>
              </a:buClr>
              <a:buSzPct val="82000"/>
              <a:buFont typeface="Twentieth Century"/>
              <a:buChar char=" "/>
              <a:tabLst>
                <a:tab algn="l" pos="0"/>
              </a:tabLst>
            </a:pPr>
            <a:r>
              <a:rPr b="1" lang="en-US" sz="2200" strike="noStrike" u="sng">
                <a:solidFill>
                  <a:schemeClr val="dk1"/>
                </a:solidFill>
                <a:effectLst/>
                <a:uFillTx/>
                <a:latin typeface="Twentieth Century"/>
                <a:ea typeface="Twentieth Century"/>
              </a:rPr>
              <a:t>Mentor / Guide</a:t>
            </a:r>
            <a:r>
              <a:rPr b="1" lang="en-US" sz="2200" strike="noStrike" u="none">
                <a:solidFill>
                  <a:schemeClr val="dk1"/>
                </a:solidFill>
                <a:effectLst/>
                <a:uFillTx/>
                <a:latin typeface="Twentieth Century"/>
                <a:ea typeface="Twentieth Century"/>
              </a:rPr>
              <a:t>:</a:t>
            </a:r>
            <a:r>
              <a:rPr b="0" lang="en-US" sz="2200" strike="noStrike" u="none">
                <a:solidFill>
                  <a:schemeClr val="dk1"/>
                </a:solidFill>
                <a:effectLst/>
                <a:uFillTx/>
                <a:latin typeface="Twentieth Century"/>
                <a:ea typeface="Twentieth Century"/>
              </a:rPr>
              <a:t>Dr.BOOPALAN SUNDARAMOORTHY</a:t>
            </a:r>
            <a:r>
              <a:rPr b="0" i="1" lang="en-US" sz="2200" strike="noStrike" u="none">
                <a:solidFill>
                  <a:schemeClr val="dk1"/>
                </a:solidFill>
                <a:effectLst/>
                <a:uFillTx/>
                <a:latin typeface="Twentieth Century"/>
                <a:ea typeface="Twentieth Century"/>
              </a:rPr>
              <a:t> </a:t>
            </a:r>
            <a:endParaRPr b="0" lang="en-IN" sz="2200" strike="noStrike" u="none">
              <a:solidFill>
                <a:srgbClr val="000000"/>
              </a:solidFill>
              <a:effectLst/>
              <a:uFillTx/>
              <a:latin typeface="Arial"/>
            </a:endParaRPr>
          </a:p>
        </p:txBody>
      </p:sp>
      <p:pic>
        <p:nvPicPr>
          <p:cNvPr id="89" name="Google Shape;109;p15" descr="A blue and red logo&#10;&#10;AI-generated content may be incorrect."/>
          <p:cNvPicPr/>
          <p:nvPr/>
        </p:nvPicPr>
        <p:blipFill>
          <a:blip r:embed="rId1"/>
          <a:stretch/>
        </p:blipFill>
        <p:spPr>
          <a:xfrm>
            <a:off x="4699800" y="233280"/>
            <a:ext cx="6741000" cy="16830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Google Shape;114;p16"/>
          <p:cNvSpPr/>
          <p:nvPr/>
        </p:nvSpPr>
        <p:spPr>
          <a:xfrm>
            <a:off x="0" y="144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91" name="Google Shape;115;p16"/>
          <p:cNvSpPr/>
          <p:nvPr/>
        </p:nvSpPr>
        <p:spPr>
          <a:xfrm>
            <a:off x="2772720" y="484560"/>
            <a:ext cx="8945280" cy="5878080"/>
          </a:xfrm>
          <a:prstGeom prst="rect">
            <a:avLst/>
          </a:prstGeom>
          <a:solidFill>
            <a:srgbClr val="404040"/>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ffffff"/>
              </a:solidFill>
              <a:effectLst/>
              <a:uFillTx/>
              <a:latin typeface="Arial"/>
            </a:endParaRPr>
          </a:p>
        </p:txBody>
      </p:sp>
      <p:sp>
        <p:nvSpPr>
          <p:cNvPr id="92" name="PlaceHolder 1"/>
          <p:cNvSpPr>
            <a:spLocks noGrp="1"/>
          </p:cNvSpPr>
          <p:nvPr>
            <p:ph type="title"/>
          </p:nvPr>
        </p:nvSpPr>
        <p:spPr>
          <a:xfrm>
            <a:off x="3368160" y="484560"/>
            <a:ext cx="7969680" cy="1437840"/>
          </a:xfrm>
          <a:prstGeom prst="rect">
            <a:avLst/>
          </a:prstGeom>
          <a:noFill/>
          <a:ln w="0">
            <a:noFill/>
          </a:ln>
        </p:spPr>
        <p:txBody>
          <a:bodyPr lIns="91440" rIns="91440" tIns="45720" bIns="45720" anchor="ctr">
            <a:normAutofit/>
          </a:bodyPr>
          <a:p>
            <a:pPr indent="0">
              <a:lnSpc>
                <a:spcPct val="80000"/>
              </a:lnSpc>
              <a:buNone/>
              <a:tabLst>
                <a:tab algn="l" pos="0"/>
              </a:tabLst>
            </a:pPr>
            <a:r>
              <a:rPr b="1" lang="en-US" sz="4400" strike="noStrike" u="none">
                <a:solidFill>
                  <a:srgbClr val="ffffff"/>
                </a:solidFill>
                <a:effectLst/>
                <a:uFillTx/>
                <a:latin typeface="Twentieth Century"/>
                <a:ea typeface="Twentieth Century"/>
              </a:rPr>
              <a:t>INTRODUCTION</a:t>
            </a:r>
            <a:endParaRPr b="0" lang="en-IN" sz="4400" strike="noStrike" u="none">
              <a:solidFill>
                <a:srgbClr val="000000"/>
              </a:solidFill>
              <a:effectLst/>
              <a:uFillTx/>
              <a:latin typeface="Arial"/>
            </a:endParaRPr>
          </a:p>
        </p:txBody>
      </p:sp>
      <p:sp>
        <p:nvSpPr>
          <p:cNvPr id="93" name="Google Shape;117;p16"/>
          <p:cNvSpPr/>
          <p:nvPr/>
        </p:nvSpPr>
        <p:spPr>
          <a:xfrm>
            <a:off x="475200" y="484560"/>
            <a:ext cx="2126160" cy="587808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cxnSp>
        <p:nvCxnSpPr>
          <p:cNvPr id="94" name="Google Shape;118;p16"/>
          <p:cNvCxnSpPr/>
          <p:nvPr/>
        </p:nvCxnSpPr>
        <p:spPr>
          <a:xfrm flipV="1">
            <a:off x="3240360" y="720000"/>
            <a:ext cx="2880" cy="917280"/>
          </a:xfrm>
          <a:prstGeom prst="straightConnector1">
            <a:avLst/>
          </a:prstGeom>
          <a:ln w="19050">
            <a:solidFill>
              <a:schemeClr val="accent1">
                <a:alpha val="80000"/>
              </a:schemeClr>
            </a:solidFill>
            <a:round/>
          </a:ln>
        </p:spPr>
      </p:cxnSp>
      <p:sp>
        <p:nvSpPr>
          <p:cNvPr id="95" name="PlaceHolder 2"/>
          <p:cNvSpPr>
            <a:spLocks noGrp="1"/>
          </p:cNvSpPr>
          <p:nvPr>
            <p:ph/>
          </p:nvPr>
        </p:nvSpPr>
        <p:spPr>
          <a:xfrm>
            <a:off x="3240000" y="1863720"/>
            <a:ext cx="8163000" cy="4434840"/>
          </a:xfrm>
          <a:prstGeom prst="rect">
            <a:avLst/>
          </a:prstGeom>
          <a:noFill/>
          <a:ln w="0">
            <a:noFill/>
          </a:ln>
        </p:spPr>
        <p:txBody>
          <a:bodyPr lIns="45720" rIns="45720" tIns="45720" bIns="45720" anchor="t">
            <a:normAutofit fontScale="92500" lnSpcReduction="9999"/>
          </a:bodyPr>
          <a:p>
            <a:pPr marL="432000" indent="0">
              <a:lnSpc>
                <a:spcPct val="100000"/>
              </a:lnSpc>
              <a:spcBef>
                <a:spcPts val="1191"/>
              </a:spcBef>
              <a:spcAft>
                <a:spcPts val="992"/>
              </a:spcAft>
              <a:buNone/>
              <a:tabLst>
                <a:tab algn="l" pos="0"/>
              </a:tabLst>
            </a:pPr>
            <a:r>
              <a:rPr b="0" lang="en-IN" sz="1800" strike="noStrike" u="none">
                <a:solidFill>
                  <a:srgbClr val="ffffff"/>
                </a:solidFill>
                <a:effectLst/>
                <a:uFillTx/>
                <a:latin typeface="Arial"/>
              </a:rPr>
              <a:t>The Complaint Management and Resolution Tracking System is a software application designed to handle and manage complaints efficiently. It helps users to register their complaints and allows administrators to monitor, track, and resolve issues in a systematic manner.</a:t>
            </a:r>
            <a:endParaRPr b="0" lang="en-IN" sz="18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r>
              <a:rPr b="0" lang="en-IN" sz="1800" strike="noStrike" u="none">
                <a:solidFill>
                  <a:srgbClr val="ffffff"/>
                </a:solidFill>
                <a:effectLst/>
                <a:uFillTx/>
                <a:latin typeface="Arial"/>
              </a:rPr>
              <a:t>In traditional systems, complaints are handled manually, which leads to delays, lack of transparency, and difficulty in tracking the status. This system overcomes those problems by providing a digital platform where complaints can be recorded, updated, and resolved quickly.</a:t>
            </a:r>
            <a:endParaRPr b="0" lang="en-IN" sz="18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r>
              <a:rPr b="0" lang="en-IN" sz="1800" strike="noStrike" u="none">
                <a:solidFill>
                  <a:srgbClr val="ffffff"/>
                </a:solidFill>
                <a:effectLst/>
                <a:uFillTx/>
                <a:latin typeface="Arial"/>
              </a:rPr>
              <a:t>The system assigns a unique ID to each complaint, making it easy to track its progress. It also allows status updates such as Pending, In Progress, and Resolved, ensuring better communication between users and administrators.</a:t>
            </a:r>
            <a:endParaRPr b="0" lang="en-IN" sz="18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r>
              <a:rPr b="0" lang="en-IN" sz="1800" strike="noStrike" u="none">
                <a:solidFill>
                  <a:srgbClr val="ffffff"/>
                </a:solidFill>
                <a:effectLst/>
                <a:uFillTx/>
                <a:latin typeface="Arial"/>
              </a:rPr>
              <a:t>Overall, this system improves efficiency, reduces response time, and enhances user satisfaction by providing a structured approach to complaint handling.</a:t>
            </a:r>
            <a:endParaRPr b="0" lang="en-IN" sz="18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endParaRPr b="0" lang="en-IN" sz="1800" strike="noStrike" u="none">
              <a:solidFill>
                <a:srgbClr val="000000"/>
              </a:solidFill>
              <a:effectLst/>
              <a:uFillTx/>
              <a:latin typeface="Arial"/>
            </a:endParaRPr>
          </a:p>
        </p:txBody>
      </p:sp>
      <p:pic>
        <p:nvPicPr>
          <p:cNvPr id="96" name="Google Shape;120;p16" descr="A blue and red logo&#10;&#10;AI-generated content may be incorrect."/>
          <p:cNvPicPr/>
          <p:nvPr/>
        </p:nvPicPr>
        <p:blipFill>
          <a:blip r:embed="rId1"/>
          <a:stretch/>
        </p:blipFill>
        <p:spPr>
          <a:xfrm>
            <a:off x="566280" y="654840"/>
            <a:ext cx="1875240" cy="466560"/>
          </a:xfrm>
          <a:prstGeom prst="rect">
            <a:avLst/>
          </a:prstGeom>
          <a:noFill/>
          <a:ln w="0">
            <a:noFill/>
          </a:ln>
        </p:spPr>
      </p:pic>
      <p:sp>
        <p:nvSpPr>
          <p:cNvPr id="97" name="Google Shape;121;p16"/>
          <p:cNvSpPr/>
          <p:nvPr/>
        </p:nvSpPr>
        <p:spPr>
          <a:xfrm>
            <a:off x="566280" y="590040"/>
            <a:ext cx="1875240" cy="5610240"/>
          </a:xfrm>
          <a:prstGeom prst="rect">
            <a:avLst/>
          </a:prstGeom>
          <a:noFill/>
          <a:ln w="0">
            <a:noFill/>
          </a:ln>
        </p:spPr>
        <p:style>
          <a:lnRef idx="0"/>
          <a:fillRef idx="0"/>
          <a:effectRef idx="0"/>
          <a:fontRef idx="minor"/>
        </p:style>
        <p:txBody>
          <a:bodyPr lIns="90000" rIns="90000" tIns="45000" bIns="45000" anchor="ctr">
            <a:normAutofit/>
          </a:bodyPr>
          <a:p>
            <a:pPr>
              <a:lnSpc>
                <a:spcPct val="80000"/>
              </a:lnSpc>
              <a:tabLst>
                <a:tab algn="l" pos="0"/>
              </a:tabLst>
            </a:pPr>
            <a:r>
              <a:rPr b="1" lang="en-US" sz="2000" strike="noStrike" u="none">
                <a:solidFill>
                  <a:srgbClr val="ffffff"/>
                </a:solidFill>
                <a:effectLst/>
                <a:uFillTx/>
                <a:latin typeface="Twentieth Century"/>
                <a:ea typeface="Twentieth Century"/>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Google Shape;138;p18"/>
          <p:cNvSpPr/>
          <p:nvPr/>
        </p:nvSpPr>
        <p:spPr>
          <a:xfrm>
            <a:off x="1440" y="144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IN" sz="1400" strike="noStrike" u="none">
              <a:solidFill>
                <a:srgbClr val="000000"/>
              </a:solidFill>
              <a:effectLst/>
              <a:uFillTx/>
              <a:latin typeface="Arial"/>
            </a:endParaRPr>
          </a:p>
        </p:txBody>
      </p:sp>
      <p:sp>
        <p:nvSpPr>
          <p:cNvPr id="99" name="Google Shape;139;p18"/>
          <p:cNvSpPr/>
          <p:nvPr/>
        </p:nvSpPr>
        <p:spPr>
          <a:xfrm>
            <a:off x="2772720" y="484560"/>
            <a:ext cx="8945280" cy="5878080"/>
          </a:xfrm>
          <a:prstGeom prst="rect">
            <a:avLst/>
          </a:prstGeom>
          <a:solidFill>
            <a:srgbClr val="404040"/>
          </a:solidFill>
          <a:ln w="0">
            <a:noFill/>
          </a:ln>
        </p:spPr>
        <p:style>
          <a:lnRef idx="0"/>
          <a:fillRef idx="0"/>
          <a:effectRef idx="0"/>
          <a:fontRef idx="minor"/>
        </p:style>
        <p:txBody>
          <a:bodyPr lIns="90000" rIns="90000" tIns="45000" bIns="45000" anchor="ctr">
            <a:noAutofit/>
          </a:bodyPr>
          <a:p>
            <a:pPr>
              <a:lnSpc>
                <a:spcPct val="100000"/>
              </a:lnSpc>
            </a:pPr>
            <a:endParaRPr b="0" lang="en-IN" sz="1400" strike="noStrike" u="none">
              <a:solidFill>
                <a:srgbClr val="ffffff"/>
              </a:solidFill>
              <a:effectLst/>
              <a:uFillTx/>
              <a:latin typeface="Arial"/>
            </a:endParaRPr>
          </a:p>
        </p:txBody>
      </p:sp>
      <p:sp>
        <p:nvSpPr>
          <p:cNvPr id="100" name="PlaceHolder 1"/>
          <p:cNvSpPr>
            <a:spLocks noGrp="1"/>
          </p:cNvSpPr>
          <p:nvPr>
            <p:ph type="title"/>
          </p:nvPr>
        </p:nvSpPr>
        <p:spPr>
          <a:xfrm>
            <a:off x="3240000" y="481320"/>
            <a:ext cx="7920360" cy="1496880"/>
          </a:xfrm>
          <a:prstGeom prst="rect">
            <a:avLst/>
          </a:prstGeom>
          <a:noFill/>
          <a:ln w="0">
            <a:noFill/>
          </a:ln>
        </p:spPr>
        <p:txBody>
          <a:bodyPr lIns="91440" rIns="91440" tIns="45720" bIns="45720" anchor="ctr">
            <a:normAutofit/>
          </a:bodyPr>
          <a:p>
            <a:pPr indent="0">
              <a:lnSpc>
                <a:spcPct val="80000"/>
              </a:lnSpc>
              <a:buNone/>
              <a:tabLst>
                <a:tab algn="l" pos="0"/>
              </a:tabLst>
            </a:pPr>
            <a:r>
              <a:rPr b="1" lang="en-US" sz="4400" strike="noStrike" u="none">
                <a:solidFill>
                  <a:srgbClr val="ffffff"/>
                </a:solidFill>
                <a:effectLst/>
                <a:uFillTx/>
                <a:latin typeface="Twentieth Century"/>
                <a:ea typeface="Twentieth Century"/>
              </a:rPr>
              <a:t>PROBLEM STATEMENT</a:t>
            </a:r>
            <a:endParaRPr b="0" lang="en-IN" sz="4400" strike="noStrike" u="none">
              <a:solidFill>
                <a:srgbClr val="000000"/>
              </a:solidFill>
              <a:effectLst/>
              <a:uFillTx/>
              <a:latin typeface="Arial"/>
            </a:endParaRPr>
          </a:p>
        </p:txBody>
      </p:sp>
      <p:sp>
        <p:nvSpPr>
          <p:cNvPr id="101" name="Google Shape;141;p18"/>
          <p:cNvSpPr/>
          <p:nvPr/>
        </p:nvSpPr>
        <p:spPr>
          <a:xfrm>
            <a:off x="475200" y="484560"/>
            <a:ext cx="2126160" cy="587808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nSpc>
                <a:spcPct val="100000"/>
              </a:lnSpc>
            </a:pPr>
            <a:endParaRPr b="0" lang="en-IN" sz="1400" strike="noStrike" u="none">
              <a:solidFill>
                <a:srgbClr val="000000"/>
              </a:solidFill>
              <a:effectLst/>
              <a:uFillTx/>
              <a:latin typeface="Arial"/>
            </a:endParaRPr>
          </a:p>
        </p:txBody>
      </p:sp>
      <p:cxnSp>
        <p:nvCxnSpPr>
          <p:cNvPr id="102" name="Google Shape;142;p18"/>
          <p:cNvCxnSpPr/>
          <p:nvPr/>
        </p:nvCxnSpPr>
        <p:spPr>
          <a:xfrm flipV="1">
            <a:off x="3206160" y="704880"/>
            <a:ext cx="2880" cy="917280"/>
          </a:xfrm>
          <a:prstGeom prst="straightConnector1">
            <a:avLst/>
          </a:prstGeom>
          <a:ln w="19050">
            <a:solidFill>
              <a:schemeClr val="accent1">
                <a:alpha val="80000"/>
              </a:schemeClr>
            </a:solidFill>
            <a:round/>
          </a:ln>
        </p:spPr>
      </p:cxnSp>
      <p:sp>
        <p:nvSpPr>
          <p:cNvPr id="103" name="PlaceHolder 2"/>
          <p:cNvSpPr>
            <a:spLocks noGrp="1"/>
          </p:cNvSpPr>
          <p:nvPr>
            <p:ph/>
          </p:nvPr>
        </p:nvSpPr>
        <p:spPr>
          <a:xfrm>
            <a:off x="3060000" y="1800000"/>
            <a:ext cx="8407440" cy="4176720"/>
          </a:xfrm>
          <a:prstGeom prst="rect">
            <a:avLst/>
          </a:prstGeom>
          <a:noFill/>
          <a:ln w="0">
            <a:noFill/>
          </a:ln>
        </p:spPr>
        <p:txBody>
          <a:bodyPr lIns="45720" rIns="45720" tIns="45720" bIns="45720" anchor="t">
            <a:normAutofit fontScale="92500" lnSpcReduction="19999"/>
          </a:bodyPr>
          <a:p>
            <a:pPr indent="0">
              <a:lnSpc>
                <a:spcPct val="90000"/>
              </a:lnSpc>
              <a:spcBef>
                <a:spcPts val="1191"/>
              </a:spcBef>
              <a:spcAft>
                <a:spcPts val="992"/>
              </a:spcAft>
              <a:buNone/>
              <a:tabLst>
                <a:tab algn="l" pos="0"/>
              </a:tabLst>
            </a:pPr>
            <a:r>
              <a:rPr b="0" lang="en-US" sz="2200" strike="noStrike" u="none">
                <a:solidFill>
                  <a:schemeClr val="lt1"/>
                </a:solidFill>
                <a:effectLst/>
                <a:uFillTx/>
                <a:latin typeface="Twentieth Century"/>
                <a:ea typeface="Twentieth Century"/>
              </a:rPr>
              <a:t>In many organizations, complaint handling is done manually or through unorganized methods, which leads to several issues:</a:t>
            </a: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200" strike="noStrike" u="none">
                <a:solidFill>
                  <a:schemeClr val="lt1"/>
                </a:solidFill>
                <a:effectLst/>
                <a:uFillTx/>
                <a:latin typeface="Twentieth Century"/>
                <a:ea typeface="Twentieth Century"/>
              </a:rPr>
              <a:t>Complaints are not recorded properly </a:t>
            </a: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200" strike="noStrike" u="none">
                <a:solidFill>
                  <a:schemeClr val="lt1"/>
                </a:solidFill>
                <a:effectLst/>
                <a:uFillTx/>
                <a:latin typeface="Twentieth Century"/>
                <a:ea typeface="Twentieth Century"/>
              </a:rPr>
              <a:t>Difficulty in tracking the status of complaints </a:t>
            </a: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200" strike="noStrike" u="none">
                <a:solidFill>
                  <a:schemeClr val="lt1"/>
                </a:solidFill>
                <a:effectLst/>
                <a:uFillTx/>
                <a:latin typeface="Twentieth Century"/>
                <a:ea typeface="Twentieth Century"/>
              </a:rPr>
              <a:t>Lack of transparency in the resolution process </a:t>
            </a: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200" strike="noStrike" u="none">
                <a:solidFill>
                  <a:schemeClr val="lt1"/>
                </a:solidFill>
                <a:effectLst/>
                <a:uFillTx/>
                <a:latin typeface="Twentieth Century"/>
                <a:ea typeface="Twentieth Century"/>
              </a:rPr>
              <a:t>Delays in responding to user issues </a:t>
            </a: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200" strike="noStrike" u="none">
                <a:solidFill>
                  <a:schemeClr val="lt1"/>
                </a:solidFill>
                <a:effectLst/>
                <a:uFillTx/>
                <a:latin typeface="Twentieth Century"/>
                <a:ea typeface="Twentieth Century"/>
              </a:rPr>
              <a:t>Chances of complaints being lost or ignored </a:t>
            </a: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200" strike="noStrike" u="none">
                <a:solidFill>
                  <a:schemeClr val="lt1"/>
                </a:solidFill>
                <a:effectLst/>
                <a:uFillTx/>
                <a:latin typeface="Twentieth Century"/>
                <a:ea typeface="Twentieth Century"/>
              </a:rPr>
              <a:t>No proper system to maintain records for future reference </a:t>
            </a: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200" strike="noStrike" u="none">
                <a:solidFill>
                  <a:schemeClr val="lt1"/>
                </a:solidFill>
                <a:effectLst/>
                <a:uFillTx/>
                <a:latin typeface="Twentieth Century"/>
                <a:ea typeface="Twentieth Century"/>
              </a:rPr>
              <a:t>Due to these problems, users experience dissatisfaction and organizations face difficulty in managing and resolving complaints efficiently.</a:t>
            </a: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IN" sz="2200" strike="noStrike" u="none">
              <a:solidFill>
                <a:srgbClr val="000000"/>
              </a:solidFill>
              <a:effectLst/>
              <a:uFillTx/>
              <a:latin typeface="Arial"/>
            </a:endParaRPr>
          </a:p>
          <a:p>
            <a:pPr indent="0">
              <a:lnSpc>
                <a:spcPct val="90000"/>
              </a:lnSpc>
              <a:spcBef>
                <a:spcPts val="1199"/>
              </a:spcBef>
              <a:buNone/>
              <a:tabLst>
                <a:tab algn="l" pos="0"/>
              </a:tabLst>
            </a:pPr>
            <a:endParaRPr b="0" lang="en-IN" sz="2200" strike="noStrike" u="none">
              <a:solidFill>
                <a:srgbClr val="000000"/>
              </a:solidFill>
              <a:effectLst/>
              <a:uFillTx/>
              <a:latin typeface="Arial"/>
            </a:endParaRPr>
          </a:p>
          <a:p>
            <a:pPr indent="0">
              <a:lnSpc>
                <a:spcPct val="90000"/>
              </a:lnSpc>
              <a:spcBef>
                <a:spcPts val="1199"/>
              </a:spcBef>
              <a:spcAft>
                <a:spcPts val="201"/>
              </a:spcAft>
              <a:buNone/>
              <a:tabLst>
                <a:tab algn="l" pos="0"/>
              </a:tabLst>
            </a:pPr>
            <a:endParaRPr b="0" lang="en-IN" sz="2200" strike="noStrike" u="none">
              <a:solidFill>
                <a:srgbClr val="000000"/>
              </a:solidFill>
              <a:effectLst/>
              <a:uFillTx/>
              <a:latin typeface="Arial"/>
            </a:endParaRPr>
          </a:p>
        </p:txBody>
      </p:sp>
      <p:pic>
        <p:nvPicPr>
          <p:cNvPr id="104" name="Google Shape;144;p18" descr="A blue and red logo&#10;&#10;AI-generated content may be incorrect."/>
          <p:cNvPicPr/>
          <p:nvPr/>
        </p:nvPicPr>
        <p:blipFill>
          <a:blip r:embed="rId1"/>
          <a:stretch/>
        </p:blipFill>
        <p:spPr>
          <a:xfrm>
            <a:off x="566280" y="654840"/>
            <a:ext cx="1875240" cy="466560"/>
          </a:xfrm>
          <a:prstGeom prst="rect">
            <a:avLst/>
          </a:prstGeom>
          <a:noFill/>
          <a:ln w="0">
            <a:noFill/>
          </a:ln>
        </p:spPr>
      </p:pic>
      <p:sp>
        <p:nvSpPr>
          <p:cNvPr id="105" name="Google Shape;145;p18"/>
          <p:cNvSpPr/>
          <p:nvPr/>
        </p:nvSpPr>
        <p:spPr>
          <a:xfrm>
            <a:off x="566280" y="590040"/>
            <a:ext cx="1875240" cy="5610240"/>
          </a:xfrm>
          <a:prstGeom prst="rect">
            <a:avLst/>
          </a:prstGeom>
          <a:noFill/>
          <a:ln w="0">
            <a:noFill/>
          </a:ln>
        </p:spPr>
        <p:style>
          <a:lnRef idx="0"/>
          <a:fillRef idx="0"/>
          <a:effectRef idx="0"/>
          <a:fontRef idx="minor"/>
        </p:style>
        <p:txBody>
          <a:bodyPr lIns="90000" rIns="90000" tIns="45000" bIns="45000" anchor="ctr">
            <a:normAutofit/>
          </a:bodyPr>
          <a:p>
            <a:pPr>
              <a:lnSpc>
                <a:spcPct val="80000"/>
              </a:lnSpc>
              <a:tabLst>
                <a:tab algn="l" pos="0"/>
              </a:tabLst>
            </a:pPr>
            <a:r>
              <a:rPr b="1" lang="en-US" sz="2000" strike="noStrike" u="none">
                <a:solidFill>
                  <a:srgbClr val="ffffff"/>
                </a:solidFill>
                <a:effectLst/>
                <a:uFillTx/>
                <a:latin typeface="Twentieth Century"/>
                <a:ea typeface="Twentieth Century"/>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Google Shape;126;p17"/>
          <p:cNvSpPr/>
          <p:nvPr/>
        </p:nvSpPr>
        <p:spPr>
          <a:xfrm>
            <a:off x="0" y="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107" name="Google Shape;127;p17"/>
          <p:cNvSpPr/>
          <p:nvPr/>
        </p:nvSpPr>
        <p:spPr>
          <a:xfrm>
            <a:off x="2772720" y="484560"/>
            <a:ext cx="8945280" cy="5878080"/>
          </a:xfrm>
          <a:prstGeom prst="rect">
            <a:avLst/>
          </a:prstGeom>
          <a:solidFill>
            <a:srgbClr val="404040"/>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ffffff"/>
              </a:solidFill>
              <a:effectLst/>
              <a:uFillTx/>
              <a:latin typeface="Arial"/>
            </a:endParaRPr>
          </a:p>
        </p:txBody>
      </p:sp>
      <p:sp>
        <p:nvSpPr>
          <p:cNvPr id="108" name="PlaceHolder 1"/>
          <p:cNvSpPr>
            <a:spLocks noGrp="1"/>
          </p:cNvSpPr>
          <p:nvPr>
            <p:ph type="title"/>
          </p:nvPr>
        </p:nvSpPr>
        <p:spPr>
          <a:xfrm>
            <a:off x="3240000" y="360000"/>
            <a:ext cx="8330040" cy="1745280"/>
          </a:xfrm>
          <a:prstGeom prst="rect">
            <a:avLst/>
          </a:prstGeom>
          <a:noFill/>
          <a:ln w="0">
            <a:noFill/>
          </a:ln>
        </p:spPr>
        <p:txBody>
          <a:bodyPr lIns="91440" rIns="91440" tIns="45720" bIns="45720" anchor="ctr">
            <a:normAutofit/>
          </a:bodyPr>
          <a:p>
            <a:pPr indent="0">
              <a:lnSpc>
                <a:spcPct val="80000"/>
              </a:lnSpc>
              <a:buNone/>
              <a:tabLst>
                <a:tab algn="l" pos="0"/>
              </a:tabLst>
            </a:pPr>
            <a:r>
              <a:rPr b="1" lang="en-US" sz="4400" strike="noStrike" u="none">
                <a:solidFill>
                  <a:srgbClr val="ffffff"/>
                </a:solidFill>
                <a:effectLst/>
                <a:uFillTx/>
                <a:latin typeface="Twentieth Century"/>
                <a:ea typeface="Twentieth Century"/>
              </a:rPr>
              <a:t>OBJECTIVE</a:t>
            </a:r>
            <a:endParaRPr b="0" lang="en-IN" sz="4400" strike="noStrike" u="none">
              <a:solidFill>
                <a:srgbClr val="000000"/>
              </a:solidFill>
              <a:effectLst/>
              <a:uFillTx/>
              <a:latin typeface="Arial"/>
            </a:endParaRPr>
          </a:p>
        </p:txBody>
      </p:sp>
      <p:sp>
        <p:nvSpPr>
          <p:cNvPr id="109" name="Google Shape;129;p17"/>
          <p:cNvSpPr/>
          <p:nvPr/>
        </p:nvSpPr>
        <p:spPr>
          <a:xfrm>
            <a:off x="475200" y="484560"/>
            <a:ext cx="2126160" cy="587808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cxnSp>
        <p:nvCxnSpPr>
          <p:cNvPr id="110" name="Google Shape;130;p17"/>
          <p:cNvCxnSpPr/>
          <p:nvPr/>
        </p:nvCxnSpPr>
        <p:spPr>
          <a:xfrm flipV="1">
            <a:off x="3206160" y="720000"/>
            <a:ext cx="2880" cy="917280"/>
          </a:xfrm>
          <a:prstGeom prst="straightConnector1">
            <a:avLst/>
          </a:prstGeom>
          <a:ln w="19050">
            <a:solidFill>
              <a:schemeClr val="accent1">
                <a:alpha val="80000"/>
              </a:schemeClr>
            </a:solidFill>
            <a:round/>
          </a:ln>
        </p:spPr>
      </p:cxnSp>
      <p:sp>
        <p:nvSpPr>
          <p:cNvPr id="111" name="PlaceHolder 2"/>
          <p:cNvSpPr>
            <a:spLocks noGrp="1"/>
          </p:cNvSpPr>
          <p:nvPr>
            <p:ph/>
          </p:nvPr>
        </p:nvSpPr>
        <p:spPr>
          <a:xfrm>
            <a:off x="3010680" y="1980000"/>
            <a:ext cx="8327880" cy="3969720"/>
          </a:xfrm>
          <a:prstGeom prst="rect">
            <a:avLst/>
          </a:prstGeom>
          <a:noFill/>
          <a:ln w="0">
            <a:noFill/>
          </a:ln>
        </p:spPr>
        <p:txBody>
          <a:bodyPr lIns="45720" rIns="45720" tIns="45720" bIns="45720" anchor="t">
            <a:normAutofit fontScale="92500" lnSpcReduction="19999"/>
          </a:bodyPr>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The main objective of the Complaint Management and Resolution Tracking System is to develop an efficient and user-friendly system to handle complaints in a structured manner.</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To provide an easy way for users to register complaints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To generate a unique ID for each complaint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To track the status of complaints (Pending, In Progress, Resolved)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To reduce manual work and improve efficiency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To ensure quick and timely resolution of issues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To maintain a proper record of all complaints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To improve transparency between users and administrators</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IN" sz="2100" strike="noStrike" u="none">
              <a:solidFill>
                <a:srgbClr val="000000"/>
              </a:solidFill>
              <a:effectLst/>
              <a:uFillTx/>
              <a:latin typeface="Arial"/>
            </a:endParaRPr>
          </a:p>
        </p:txBody>
      </p:sp>
      <p:pic>
        <p:nvPicPr>
          <p:cNvPr id="112" name="Google Shape;132;p17" descr="A blue and red logo&#10;&#10;AI-generated content may be incorrect."/>
          <p:cNvPicPr/>
          <p:nvPr/>
        </p:nvPicPr>
        <p:blipFill>
          <a:blip r:embed="rId1"/>
          <a:stretch/>
        </p:blipFill>
        <p:spPr>
          <a:xfrm>
            <a:off x="566280" y="654840"/>
            <a:ext cx="1875240" cy="466560"/>
          </a:xfrm>
          <a:prstGeom prst="rect">
            <a:avLst/>
          </a:prstGeom>
          <a:noFill/>
          <a:ln w="0">
            <a:noFill/>
          </a:ln>
        </p:spPr>
      </p:pic>
      <p:sp>
        <p:nvSpPr>
          <p:cNvPr id="113" name="Google Shape;133;p17"/>
          <p:cNvSpPr/>
          <p:nvPr/>
        </p:nvSpPr>
        <p:spPr>
          <a:xfrm>
            <a:off x="566280" y="590040"/>
            <a:ext cx="1875240" cy="5610240"/>
          </a:xfrm>
          <a:prstGeom prst="rect">
            <a:avLst/>
          </a:prstGeom>
          <a:noFill/>
          <a:ln w="0">
            <a:noFill/>
          </a:ln>
        </p:spPr>
        <p:style>
          <a:lnRef idx="0"/>
          <a:fillRef idx="0"/>
          <a:effectRef idx="0"/>
          <a:fontRef idx="minor"/>
        </p:style>
        <p:txBody>
          <a:bodyPr lIns="90000" rIns="90000" tIns="45000" bIns="45000" anchor="ctr">
            <a:normAutofit/>
          </a:bodyPr>
          <a:p>
            <a:pPr>
              <a:lnSpc>
                <a:spcPct val="80000"/>
              </a:lnSpc>
              <a:tabLst>
                <a:tab algn="l" pos="0"/>
              </a:tabLst>
            </a:pPr>
            <a:r>
              <a:rPr b="1" lang="en-US" sz="2000" strike="noStrike" u="none">
                <a:solidFill>
                  <a:srgbClr val="ffffff"/>
                </a:solidFill>
                <a:effectLst/>
                <a:uFillTx/>
                <a:latin typeface="Twentieth Century"/>
                <a:ea typeface="Twentieth Century"/>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Google Shape;160;p20"/>
          <p:cNvSpPr/>
          <p:nvPr/>
        </p:nvSpPr>
        <p:spPr>
          <a:xfrm>
            <a:off x="0" y="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IN" sz="1400" strike="noStrike" u="none">
              <a:solidFill>
                <a:srgbClr val="000000"/>
              </a:solidFill>
              <a:effectLst/>
              <a:uFillTx/>
              <a:latin typeface="Arial"/>
            </a:endParaRPr>
          </a:p>
        </p:txBody>
      </p:sp>
      <p:sp>
        <p:nvSpPr>
          <p:cNvPr id="115" name="Google Shape;161;p20"/>
          <p:cNvSpPr/>
          <p:nvPr/>
        </p:nvSpPr>
        <p:spPr>
          <a:xfrm>
            <a:off x="2826000" y="456120"/>
            <a:ext cx="8945280" cy="5878080"/>
          </a:xfrm>
          <a:prstGeom prst="rect">
            <a:avLst/>
          </a:prstGeom>
          <a:solidFill>
            <a:srgbClr val="404040"/>
          </a:solidFill>
          <a:ln w="0">
            <a:noFill/>
          </a:ln>
        </p:spPr>
        <p:style>
          <a:lnRef idx="0"/>
          <a:fillRef idx="0"/>
          <a:effectRef idx="0"/>
          <a:fontRef idx="minor"/>
        </p:style>
        <p:txBody>
          <a:bodyPr lIns="90000" rIns="90000" tIns="45000" bIns="45000" anchor="ctr">
            <a:noAutofit/>
          </a:bodyPr>
          <a:p>
            <a:pPr>
              <a:lnSpc>
                <a:spcPct val="100000"/>
              </a:lnSpc>
            </a:pPr>
            <a:endParaRPr b="0" lang="en-IN" sz="1400" strike="noStrike" u="none">
              <a:solidFill>
                <a:srgbClr val="ffffff"/>
              </a:solidFill>
              <a:effectLst/>
              <a:uFillTx/>
              <a:latin typeface="Arial"/>
            </a:endParaRPr>
          </a:p>
        </p:txBody>
      </p:sp>
      <p:sp>
        <p:nvSpPr>
          <p:cNvPr id="116" name="PlaceHolder 1"/>
          <p:cNvSpPr>
            <a:spLocks noGrp="1"/>
          </p:cNvSpPr>
          <p:nvPr>
            <p:ph type="title"/>
          </p:nvPr>
        </p:nvSpPr>
        <p:spPr>
          <a:xfrm>
            <a:off x="3418200" y="645840"/>
            <a:ext cx="7920360" cy="1152720"/>
          </a:xfrm>
          <a:prstGeom prst="rect">
            <a:avLst/>
          </a:prstGeom>
          <a:noFill/>
          <a:ln w="0">
            <a:noFill/>
          </a:ln>
        </p:spPr>
        <p:txBody>
          <a:bodyPr lIns="91440" rIns="91440" tIns="45720" bIns="45720" anchor="ctr">
            <a:normAutofit/>
          </a:bodyPr>
          <a:p>
            <a:pPr indent="0">
              <a:lnSpc>
                <a:spcPct val="80000"/>
              </a:lnSpc>
              <a:buNone/>
              <a:tabLst>
                <a:tab algn="l" pos="0"/>
              </a:tabLst>
            </a:pPr>
            <a:r>
              <a:rPr b="1" lang="en-US" sz="4400" strike="noStrike" u="none">
                <a:solidFill>
                  <a:srgbClr val="ffffff"/>
                </a:solidFill>
                <a:effectLst/>
                <a:uFillTx/>
                <a:latin typeface="Twentieth Century"/>
                <a:ea typeface="Twentieth Century"/>
              </a:rPr>
              <a:t>SCOPE OF THE SYSTEM</a:t>
            </a:r>
            <a:endParaRPr b="0" lang="en-IN" sz="4400" strike="noStrike" u="none">
              <a:solidFill>
                <a:srgbClr val="000000"/>
              </a:solidFill>
              <a:effectLst/>
              <a:uFillTx/>
              <a:latin typeface="Arial"/>
            </a:endParaRPr>
          </a:p>
        </p:txBody>
      </p:sp>
      <p:sp>
        <p:nvSpPr>
          <p:cNvPr id="117" name="Google Shape;163;p20"/>
          <p:cNvSpPr/>
          <p:nvPr/>
        </p:nvSpPr>
        <p:spPr>
          <a:xfrm>
            <a:off x="475200" y="484560"/>
            <a:ext cx="2126160" cy="587808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nSpc>
                <a:spcPct val="100000"/>
              </a:lnSpc>
            </a:pPr>
            <a:endParaRPr b="0" lang="en-IN" sz="1400" strike="noStrike" u="none">
              <a:solidFill>
                <a:srgbClr val="000000"/>
              </a:solidFill>
              <a:effectLst/>
              <a:uFillTx/>
              <a:latin typeface="Arial"/>
            </a:endParaRPr>
          </a:p>
        </p:txBody>
      </p:sp>
      <p:cxnSp>
        <p:nvCxnSpPr>
          <p:cNvPr id="118" name="Google Shape;164;p20"/>
          <p:cNvCxnSpPr/>
          <p:nvPr/>
        </p:nvCxnSpPr>
        <p:spPr>
          <a:xfrm flipV="1">
            <a:off x="3206880" y="704520"/>
            <a:ext cx="2880" cy="917280"/>
          </a:xfrm>
          <a:prstGeom prst="straightConnector1">
            <a:avLst/>
          </a:prstGeom>
          <a:ln w="19050">
            <a:solidFill>
              <a:schemeClr val="accent1">
                <a:alpha val="80000"/>
              </a:schemeClr>
            </a:solidFill>
            <a:round/>
          </a:ln>
        </p:spPr>
      </p:cxnSp>
      <p:sp>
        <p:nvSpPr>
          <p:cNvPr id="119" name="PlaceHolder 2"/>
          <p:cNvSpPr>
            <a:spLocks noGrp="1"/>
          </p:cNvSpPr>
          <p:nvPr>
            <p:ph/>
          </p:nvPr>
        </p:nvSpPr>
        <p:spPr>
          <a:xfrm>
            <a:off x="3083040" y="1800000"/>
            <a:ext cx="8435520" cy="4298040"/>
          </a:xfrm>
          <a:prstGeom prst="rect">
            <a:avLst/>
          </a:prstGeom>
          <a:noFill/>
          <a:ln w="0">
            <a:noFill/>
          </a:ln>
        </p:spPr>
        <p:txBody>
          <a:bodyPr lIns="45720" rIns="45720" tIns="45720" bIns="45720" anchor="t">
            <a:normAutofit fontScale="70000" lnSpcReduction="19999"/>
          </a:bodyPr>
          <a:p>
            <a:pPr indent="0">
              <a:lnSpc>
                <a:spcPct val="90000"/>
              </a:lnSpc>
              <a:spcBef>
                <a:spcPts val="1191"/>
              </a:spcBef>
              <a:spcAft>
                <a:spcPts val="992"/>
              </a:spcAft>
              <a:buNone/>
              <a:tabLst>
                <a:tab algn="l" pos="0"/>
              </a:tabLst>
            </a:pPr>
            <a:r>
              <a:rPr b="0" lang="en-US" sz="2400" strike="noStrike" u="none">
                <a:solidFill>
                  <a:schemeClr val="lt1"/>
                </a:solidFill>
                <a:effectLst/>
                <a:uFillTx/>
                <a:latin typeface="Twentieth Century"/>
                <a:ea typeface="Twentieth Century"/>
              </a:rPr>
              <a:t>The Complaint Management and Resolution Tracking System is designed to provide a simple and effective platform for handling complaints within an organization.</a:t>
            </a:r>
            <a:endParaRPr b="0" lang="en-IN" sz="24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400" strike="noStrike" u="none">
                <a:solidFill>
                  <a:schemeClr val="lt1"/>
                </a:solidFill>
                <a:effectLst/>
                <a:uFillTx/>
                <a:latin typeface="Twentieth Century"/>
                <a:ea typeface="Twentieth Century"/>
              </a:rPr>
              <a:t>The system allows users to register and submit complaints easily </a:t>
            </a:r>
            <a:endParaRPr b="0" lang="en-IN" sz="24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400" strike="noStrike" u="none">
                <a:solidFill>
                  <a:schemeClr val="lt1"/>
                </a:solidFill>
                <a:effectLst/>
                <a:uFillTx/>
                <a:latin typeface="Twentieth Century"/>
                <a:ea typeface="Twentieth Century"/>
              </a:rPr>
              <a:t>It enables storage and management of complaint data in a structured format </a:t>
            </a:r>
            <a:endParaRPr b="0" lang="en-IN" sz="24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400" strike="noStrike" u="none">
                <a:solidFill>
                  <a:schemeClr val="lt1"/>
                </a:solidFill>
                <a:effectLst/>
                <a:uFillTx/>
                <a:latin typeface="Twentieth Century"/>
                <a:ea typeface="Twentieth Century"/>
              </a:rPr>
              <a:t>Users can view and track the status of their complaints at any time </a:t>
            </a:r>
            <a:endParaRPr b="0" lang="en-IN" sz="24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400" strike="noStrike" u="none">
                <a:solidFill>
                  <a:schemeClr val="lt1"/>
                </a:solidFill>
                <a:effectLst/>
                <a:uFillTx/>
                <a:latin typeface="Twentieth Century"/>
                <a:ea typeface="Twentieth Century"/>
              </a:rPr>
              <a:t>Administrators can monitor, update, and resolve complaints efficiently </a:t>
            </a:r>
            <a:endParaRPr b="0" lang="en-IN" sz="24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400" strike="noStrike" u="none">
                <a:solidFill>
                  <a:schemeClr val="lt1"/>
                </a:solidFill>
                <a:effectLst/>
                <a:uFillTx/>
                <a:latin typeface="Twentieth Century"/>
                <a:ea typeface="Twentieth Century"/>
              </a:rPr>
              <a:t>The system supports status updates such as Pending, In Progress, and Resolved </a:t>
            </a:r>
            <a:endParaRPr b="0" lang="en-IN" sz="24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400" strike="noStrike" u="none">
                <a:solidFill>
                  <a:schemeClr val="lt1"/>
                </a:solidFill>
                <a:effectLst/>
                <a:uFillTx/>
                <a:latin typeface="Twentieth Century"/>
                <a:ea typeface="Twentieth Century"/>
              </a:rPr>
              <a:t>It maintains records of all complaints for future reference and analysis </a:t>
            </a:r>
            <a:endParaRPr b="0" lang="en-IN" sz="24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400" strike="noStrike" u="none">
                <a:solidFill>
                  <a:schemeClr val="lt1"/>
                </a:solidFill>
                <a:effectLst/>
                <a:uFillTx/>
                <a:latin typeface="Twentieth Century"/>
                <a:ea typeface="Twentieth Century"/>
              </a:rPr>
              <a:t>The system can be used in various environments such as colleges, offices, hospitals, and customer service centers.</a:t>
            </a:r>
            <a:endParaRPr b="0" lang="en-IN" sz="24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IN" sz="2400" strike="noStrike" u="none">
              <a:solidFill>
                <a:srgbClr val="000000"/>
              </a:solidFill>
              <a:effectLst/>
              <a:uFillTx/>
              <a:latin typeface="Arial"/>
            </a:endParaRPr>
          </a:p>
          <a:p>
            <a:pPr indent="0">
              <a:lnSpc>
                <a:spcPct val="90000"/>
              </a:lnSpc>
              <a:spcBef>
                <a:spcPts val="1400"/>
              </a:spcBef>
              <a:buNone/>
              <a:tabLst>
                <a:tab algn="l" pos="0"/>
              </a:tabLst>
            </a:pPr>
            <a:endParaRPr b="0" lang="en-IN" sz="2200" strike="noStrike" u="none">
              <a:solidFill>
                <a:srgbClr val="000000"/>
              </a:solidFill>
              <a:effectLst/>
              <a:uFillTx/>
              <a:latin typeface="Arial"/>
            </a:endParaRPr>
          </a:p>
        </p:txBody>
      </p:sp>
      <p:pic>
        <p:nvPicPr>
          <p:cNvPr id="120" name="Google Shape;166;p20" descr="A blue and red logo&#10;&#10;AI-generated content may be incorrect."/>
          <p:cNvPicPr/>
          <p:nvPr/>
        </p:nvPicPr>
        <p:blipFill>
          <a:blip r:embed="rId1"/>
          <a:stretch/>
        </p:blipFill>
        <p:spPr>
          <a:xfrm>
            <a:off x="566280" y="654840"/>
            <a:ext cx="1875240" cy="466560"/>
          </a:xfrm>
          <a:prstGeom prst="rect">
            <a:avLst/>
          </a:prstGeom>
          <a:noFill/>
          <a:ln w="0">
            <a:noFill/>
          </a:ln>
        </p:spPr>
      </p:pic>
      <p:sp>
        <p:nvSpPr>
          <p:cNvPr id="121" name="Google Shape;167;p20"/>
          <p:cNvSpPr/>
          <p:nvPr/>
        </p:nvSpPr>
        <p:spPr>
          <a:xfrm>
            <a:off x="566280" y="590040"/>
            <a:ext cx="1875240" cy="5610240"/>
          </a:xfrm>
          <a:prstGeom prst="rect">
            <a:avLst/>
          </a:prstGeom>
          <a:noFill/>
          <a:ln w="0">
            <a:noFill/>
          </a:ln>
        </p:spPr>
        <p:style>
          <a:lnRef idx="0"/>
          <a:fillRef idx="0"/>
          <a:effectRef idx="0"/>
          <a:fontRef idx="minor"/>
        </p:style>
        <p:txBody>
          <a:bodyPr lIns="90000" rIns="90000" tIns="45000" bIns="45000" anchor="ctr">
            <a:normAutofit/>
          </a:bodyPr>
          <a:p>
            <a:pPr>
              <a:lnSpc>
                <a:spcPct val="80000"/>
              </a:lnSpc>
              <a:tabLst>
                <a:tab algn="l" pos="0"/>
              </a:tabLst>
            </a:pPr>
            <a:r>
              <a:rPr b="1" lang="en-US" sz="2000" strike="noStrike" u="none">
                <a:solidFill>
                  <a:srgbClr val="ffffff"/>
                </a:solidFill>
                <a:effectLst/>
                <a:uFillTx/>
                <a:latin typeface="Twentieth Century"/>
                <a:ea typeface="Twentieth Century"/>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Google Shape;172;p21"/>
          <p:cNvSpPr/>
          <p:nvPr/>
        </p:nvSpPr>
        <p:spPr>
          <a:xfrm>
            <a:off x="0" y="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123" name="Google Shape;173;p21"/>
          <p:cNvSpPr/>
          <p:nvPr/>
        </p:nvSpPr>
        <p:spPr>
          <a:xfrm>
            <a:off x="2772720" y="540000"/>
            <a:ext cx="8945280" cy="5878080"/>
          </a:xfrm>
          <a:prstGeom prst="rect">
            <a:avLst/>
          </a:prstGeom>
          <a:solidFill>
            <a:srgbClr val="404040"/>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ffffff"/>
              </a:solidFill>
              <a:effectLst/>
              <a:uFillTx/>
              <a:latin typeface="Arial"/>
            </a:endParaRPr>
          </a:p>
        </p:txBody>
      </p:sp>
      <p:sp>
        <p:nvSpPr>
          <p:cNvPr id="124" name="PlaceHolder 1"/>
          <p:cNvSpPr>
            <a:spLocks noGrp="1"/>
          </p:cNvSpPr>
          <p:nvPr>
            <p:ph type="title"/>
          </p:nvPr>
        </p:nvSpPr>
        <p:spPr>
          <a:xfrm rot="21597600">
            <a:off x="3421080" y="357120"/>
            <a:ext cx="7917480" cy="1438560"/>
          </a:xfrm>
          <a:prstGeom prst="rect">
            <a:avLst/>
          </a:prstGeom>
          <a:noFill/>
          <a:ln w="0">
            <a:noFill/>
          </a:ln>
        </p:spPr>
        <p:txBody>
          <a:bodyPr lIns="91440" rIns="91440" tIns="45720" bIns="45720" anchor="ctr">
            <a:normAutofit/>
          </a:bodyPr>
          <a:p>
            <a:pPr indent="0">
              <a:lnSpc>
                <a:spcPct val="80000"/>
              </a:lnSpc>
              <a:buNone/>
              <a:tabLst>
                <a:tab algn="l" pos="0"/>
              </a:tabLst>
            </a:pPr>
            <a:r>
              <a:rPr b="1" lang="en-US" sz="4400" strike="noStrike" u="none">
                <a:solidFill>
                  <a:srgbClr val="ffffff"/>
                </a:solidFill>
                <a:effectLst/>
                <a:uFillTx/>
                <a:latin typeface="Twentieth Century"/>
                <a:ea typeface="Twentieth Century"/>
              </a:rPr>
              <a:t>SYSTEM MODULES</a:t>
            </a:r>
            <a:endParaRPr b="0" lang="en-IN" sz="4400" strike="noStrike" u="none">
              <a:solidFill>
                <a:srgbClr val="000000"/>
              </a:solidFill>
              <a:effectLst/>
              <a:uFillTx/>
              <a:latin typeface="Arial"/>
            </a:endParaRPr>
          </a:p>
        </p:txBody>
      </p:sp>
      <p:sp>
        <p:nvSpPr>
          <p:cNvPr id="125" name="Google Shape;175;p21"/>
          <p:cNvSpPr/>
          <p:nvPr/>
        </p:nvSpPr>
        <p:spPr>
          <a:xfrm>
            <a:off x="475200" y="484560"/>
            <a:ext cx="2126160" cy="587808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cxnSp>
        <p:nvCxnSpPr>
          <p:cNvPr id="126" name="Google Shape;176;p21"/>
          <p:cNvCxnSpPr/>
          <p:nvPr/>
        </p:nvCxnSpPr>
        <p:spPr>
          <a:xfrm flipV="1">
            <a:off x="3238920" y="540000"/>
            <a:ext cx="2880" cy="917280"/>
          </a:xfrm>
          <a:prstGeom prst="straightConnector1">
            <a:avLst/>
          </a:prstGeom>
          <a:ln w="19050">
            <a:solidFill>
              <a:schemeClr val="accent1">
                <a:alpha val="80000"/>
              </a:schemeClr>
            </a:solidFill>
            <a:round/>
          </a:ln>
        </p:spPr>
      </p:cxnSp>
      <p:pic>
        <p:nvPicPr>
          <p:cNvPr id="127" name="Google Shape;178;p21" descr="A blue and red logo&#10;&#10;AI-generated content may be incorrect."/>
          <p:cNvPicPr/>
          <p:nvPr/>
        </p:nvPicPr>
        <p:blipFill>
          <a:blip r:embed="rId1"/>
          <a:stretch/>
        </p:blipFill>
        <p:spPr>
          <a:xfrm>
            <a:off x="566280" y="654840"/>
            <a:ext cx="1875240" cy="466560"/>
          </a:xfrm>
          <a:prstGeom prst="rect">
            <a:avLst/>
          </a:prstGeom>
          <a:noFill/>
          <a:ln w="0">
            <a:noFill/>
          </a:ln>
        </p:spPr>
      </p:pic>
      <p:sp>
        <p:nvSpPr>
          <p:cNvPr id="128" name="Google Shape;179;p21"/>
          <p:cNvSpPr/>
          <p:nvPr/>
        </p:nvSpPr>
        <p:spPr>
          <a:xfrm>
            <a:off x="566280" y="590040"/>
            <a:ext cx="1875240" cy="5610240"/>
          </a:xfrm>
          <a:prstGeom prst="rect">
            <a:avLst/>
          </a:prstGeom>
          <a:noFill/>
          <a:ln w="0">
            <a:noFill/>
          </a:ln>
        </p:spPr>
        <p:style>
          <a:lnRef idx="0"/>
          <a:fillRef idx="0"/>
          <a:effectRef idx="0"/>
          <a:fontRef idx="minor"/>
        </p:style>
        <p:txBody>
          <a:bodyPr lIns="90000" rIns="90000" tIns="45000" bIns="45000" anchor="ctr">
            <a:normAutofit/>
          </a:bodyPr>
          <a:p>
            <a:pPr>
              <a:lnSpc>
                <a:spcPct val="80000"/>
              </a:lnSpc>
              <a:tabLst>
                <a:tab algn="l" pos="0"/>
              </a:tabLst>
            </a:pPr>
            <a:r>
              <a:rPr b="1" lang="en-US" sz="2000" strike="noStrike" u="none">
                <a:solidFill>
                  <a:srgbClr val="ffffff"/>
                </a:solidFill>
                <a:effectLst/>
                <a:uFillTx/>
                <a:latin typeface="Twentieth Century"/>
                <a:ea typeface="Twentieth Century"/>
              </a:rPr>
              <a:t>JAVA PROGRAMMING PROJECT PRESENTATION</a:t>
            </a:r>
            <a:endParaRPr b="0" lang="en-IN" sz="2000" strike="noStrike" u="none">
              <a:solidFill>
                <a:srgbClr val="000000"/>
              </a:solidFill>
              <a:effectLst/>
              <a:uFillTx/>
              <a:latin typeface="Arial"/>
            </a:endParaRPr>
          </a:p>
        </p:txBody>
      </p:sp>
      <p:sp>
        <p:nvSpPr>
          <p:cNvPr id="129" name=""/>
          <p:cNvSpPr/>
          <p:nvPr/>
        </p:nvSpPr>
        <p:spPr>
          <a:xfrm>
            <a:off x="5220000" y="7380000"/>
            <a:ext cx="3153960" cy="2175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IN" sz="1000" strike="noStrike" u="none">
              <a:solidFill>
                <a:srgbClr val="000000"/>
              </a:solidFill>
              <a:effectLst/>
              <a:uFillTx/>
              <a:latin typeface="Arial"/>
            </a:endParaRPr>
          </a:p>
          <a:p>
            <a:pPr>
              <a:lnSpc>
                <a:spcPct val="100000"/>
              </a:lnSpc>
            </a:pPr>
            <a:endParaRPr b="0" lang="en-IN" sz="1000" strike="noStrike" u="none">
              <a:solidFill>
                <a:srgbClr val="000000"/>
              </a:solidFill>
              <a:effectLst/>
              <a:uFillTx/>
              <a:latin typeface="Arial"/>
            </a:endParaRPr>
          </a:p>
        </p:txBody>
      </p:sp>
      <p:sp>
        <p:nvSpPr>
          <p:cNvPr id="130" name=""/>
          <p:cNvSpPr txBox="1"/>
          <p:nvPr/>
        </p:nvSpPr>
        <p:spPr>
          <a:xfrm>
            <a:off x="3600000" y="2160000"/>
            <a:ext cx="6480000" cy="4140720"/>
          </a:xfrm>
          <a:prstGeom prst="rect">
            <a:avLst/>
          </a:prstGeom>
          <a:noFill/>
          <a:ln w="0">
            <a:noFill/>
          </a:ln>
        </p:spPr>
        <p:txBody>
          <a:bodyPr lIns="90000" rIns="90000" tIns="45000" bIns="45000" anchor="t">
            <a:spAutoFit/>
          </a:bodyPr>
          <a:p>
            <a:r>
              <a:rPr b="0" lang="en-IN" sz="1800" strike="noStrike" u="none">
                <a:solidFill>
                  <a:srgbClr val="ffffff"/>
                </a:solidFill>
                <a:effectLst/>
                <a:uFillTx/>
                <a:latin typeface="Arial"/>
              </a:rPr>
              <a:t>User Module – Used to add complaints and check status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Complaint Management Module – Creates and stores complaints with unique ID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Admin Module – Views complaints and updates status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Status Tracking Module – Shows complaint progress (Pending, In Progress, Resolved)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Data Management Module – Stores complaint details using ArrayList </a:t>
            </a:r>
            <a:endParaRPr b="0" lang="en-IN" sz="1800" strike="noStrike" u="none">
              <a:solidFill>
                <a:srgbClr val="ffffff"/>
              </a:solidFill>
              <a:effectLst/>
              <a:uFillTx/>
              <a:latin typeface="Arial"/>
            </a:endParaRPr>
          </a:p>
          <a:p>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Google Shape;184;p22"/>
          <p:cNvSpPr/>
          <p:nvPr/>
        </p:nvSpPr>
        <p:spPr>
          <a:xfrm>
            <a:off x="0" y="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132" name="Google Shape;185;p22"/>
          <p:cNvSpPr/>
          <p:nvPr/>
        </p:nvSpPr>
        <p:spPr>
          <a:xfrm>
            <a:off x="2753280" y="420480"/>
            <a:ext cx="8945280" cy="5878080"/>
          </a:xfrm>
          <a:prstGeom prst="rect">
            <a:avLst/>
          </a:prstGeom>
          <a:solidFill>
            <a:srgbClr val="404040"/>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ffffff"/>
              </a:solidFill>
              <a:effectLst/>
              <a:uFillTx/>
              <a:latin typeface="Arial"/>
            </a:endParaRPr>
          </a:p>
        </p:txBody>
      </p:sp>
      <p:sp>
        <p:nvSpPr>
          <p:cNvPr id="133" name="PlaceHolder 1"/>
          <p:cNvSpPr>
            <a:spLocks noGrp="1"/>
          </p:cNvSpPr>
          <p:nvPr>
            <p:ph type="title"/>
          </p:nvPr>
        </p:nvSpPr>
        <p:spPr>
          <a:xfrm>
            <a:off x="3207240" y="-180000"/>
            <a:ext cx="7920360" cy="1799280"/>
          </a:xfrm>
          <a:prstGeom prst="rect">
            <a:avLst/>
          </a:prstGeom>
          <a:noFill/>
          <a:ln w="0">
            <a:noFill/>
          </a:ln>
        </p:spPr>
        <p:txBody>
          <a:bodyPr lIns="91440" rIns="91440" tIns="45720" bIns="45720" anchor="ctr">
            <a:normAutofit/>
          </a:bodyPr>
          <a:p>
            <a:pPr indent="0">
              <a:lnSpc>
                <a:spcPct val="80000"/>
              </a:lnSpc>
              <a:buNone/>
              <a:tabLst>
                <a:tab algn="l" pos="0"/>
              </a:tabLst>
            </a:pPr>
            <a:r>
              <a:rPr b="1" lang="en-US" sz="4400" strike="noStrike" u="none">
                <a:solidFill>
                  <a:srgbClr val="ffffff"/>
                </a:solidFill>
                <a:effectLst/>
                <a:uFillTx/>
                <a:latin typeface="Twentieth Century"/>
                <a:ea typeface="Twentieth Century"/>
              </a:rPr>
              <a:t>SYSTEM WORKFLOW</a:t>
            </a:r>
            <a:endParaRPr b="0" lang="en-IN" sz="4400" strike="noStrike" u="none">
              <a:solidFill>
                <a:srgbClr val="000000"/>
              </a:solidFill>
              <a:effectLst/>
              <a:uFillTx/>
              <a:latin typeface="Arial"/>
            </a:endParaRPr>
          </a:p>
        </p:txBody>
      </p:sp>
      <p:sp>
        <p:nvSpPr>
          <p:cNvPr id="134" name="Google Shape;187;p22"/>
          <p:cNvSpPr/>
          <p:nvPr/>
        </p:nvSpPr>
        <p:spPr>
          <a:xfrm>
            <a:off x="475200" y="484560"/>
            <a:ext cx="2126160" cy="587808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cxnSp>
        <p:nvCxnSpPr>
          <p:cNvPr id="135" name="Google Shape;188;p22"/>
          <p:cNvCxnSpPr/>
          <p:nvPr/>
        </p:nvCxnSpPr>
        <p:spPr>
          <a:xfrm flipV="1">
            <a:off x="3186720" y="640440"/>
            <a:ext cx="2880" cy="917280"/>
          </a:xfrm>
          <a:prstGeom prst="straightConnector1">
            <a:avLst/>
          </a:prstGeom>
          <a:ln w="19050">
            <a:solidFill>
              <a:schemeClr val="accent1">
                <a:alpha val="80000"/>
              </a:schemeClr>
            </a:solidFill>
            <a:round/>
          </a:ln>
        </p:spPr>
      </p:cxnSp>
      <p:pic>
        <p:nvPicPr>
          <p:cNvPr id="136" name="Google Shape;190;p22" descr="A blue and red logo&#10;&#10;AI-generated content may be incorrect."/>
          <p:cNvPicPr/>
          <p:nvPr/>
        </p:nvPicPr>
        <p:blipFill>
          <a:blip r:embed="rId1"/>
          <a:stretch/>
        </p:blipFill>
        <p:spPr>
          <a:xfrm>
            <a:off x="566280" y="654840"/>
            <a:ext cx="1875240" cy="466560"/>
          </a:xfrm>
          <a:prstGeom prst="rect">
            <a:avLst/>
          </a:prstGeom>
          <a:noFill/>
          <a:ln w="0">
            <a:noFill/>
          </a:ln>
        </p:spPr>
      </p:pic>
      <p:sp>
        <p:nvSpPr>
          <p:cNvPr id="137" name="Google Shape;191;p22"/>
          <p:cNvSpPr/>
          <p:nvPr/>
        </p:nvSpPr>
        <p:spPr>
          <a:xfrm>
            <a:off x="566280" y="590040"/>
            <a:ext cx="1875240" cy="5610240"/>
          </a:xfrm>
          <a:prstGeom prst="rect">
            <a:avLst/>
          </a:prstGeom>
          <a:noFill/>
          <a:ln w="0">
            <a:noFill/>
          </a:ln>
        </p:spPr>
        <p:style>
          <a:lnRef idx="0"/>
          <a:fillRef idx="0"/>
          <a:effectRef idx="0"/>
          <a:fontRef idx="minor"/>
        </p:style>
        <p:txBody>
          <a:bodyPr lIns="90000" rIns="90000" tIns="45000" bIns="45000" anchor="ctr">
            <a:normAutofit/>
          </a:bodyPr>
          <a:p>
            <a:pPr>
              <a:lnSpc>
                <a:spcPct val="80000"/>
              </a:lnSpc>
              <a:tabLst>
                <a:tab algn="l" pos="0"/>
              </a:tabLst>
            </a:pPr>
            <a:r>
              <a:rPr b="1" lang="en-US" sz="2000" strike="noStrike" u="none">
                <a:solidFill>
                  <a:srgbClr val="ffffff"/>
                </a:solidFill>
                <a:effectLst/>
                <a:uFillTx/>
                <a:latin typeface="Twentieth Century"/>
                <a:ea typeface="Twentieth Century"/>
              </a:rPr>
              <a:t>JAVA PROGRAMMING PROJECT PRESENTATION</a:t>
            </a:r>
            <a:endParaRPr b="0" lang="en-IN" sz="2000" strike="noStrike" u="none">
              <a:solidFill>
                <a:srgbClr val="000000"/>
              </a:solidFill>
              <a:effectLst/>
              <a:uFillTx/>
              <a:latin typeface="Arial"/>
            </a:endParaRPr>
          </a:p>
        </p:txBody>
      </p:sp>
      <p:sp>
        <p:nvSpPr>
          <p:cNvPr id="138" name=""/>
          <p:cNvSpPr txBox="1"/>
          <p:nvPr/>
        </p:nvSpPr>
        <p:spPr>
          <a:xfrm>
            <a:off x="4860000" y="1980000"/>
            <a:ext cx="3960000" cy="3930120"/>
          </a:xfrm>
          <a:prstGeom prst="rect">
            <a:avLst/>
          </a:prstGeom>
          <a:noFill/>
          <a:ln w="0">
            <a:noFill/>
          </a:ln>
        </p:spPr>
        <p:txBody>
          <a:bodyPr lIns="90000" rIns="90000" tIns="45000" bIns="45000" anchor="t">
            <a:spAutoFit/>
          </a:bodyPr>
          <a:p>
            <a:r>
              <a:rPr b="0" lang="en-IN" sz="1800" strike="noStrike" u="none">
                <a:solidFill>
                  <a:srgbClr val="ffffff"/>
                </a:solidFill>
                <a:effectLst/>
                <a:uFillTx/>
                <a:latin typeface="Arial"/>
              </a:rPr>
              <a:t>Start</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User submits complaint</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Generate Complaint ID</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Store Complaint</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Admin views complaint</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Update Status</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User checks status</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  ↓</a:t>
            </a:r>
            <a:endParaRPr b="0" lang="en-IN" sz="1800" strike="noStrike" u="none">
              <a:solidFill>
                <a:srgbClr val="ffffff"/>
              </a:solidFill>
              <a:effectLst/>
              <a:uFillTx/>
              <a:latin typeface="Arial"/>
            </a:endParaRPr>
          </a:p>
          <a:p>
            <a:r>
              <a:rPr b="0" lang="en-IN" sz="1800" strike="noStrike" u="none">
                <a:solidFill>
                  <a:srgbClr val="ffffff"/>
                </a:solidFill>
                <a:effectLst/>
                <a:uFillTx/>
                <a:latin typeface="Arial"/>
              </a:rPr>
              <a:t>End</a:t>
            </a:r>
            <a:endParaRPr b="0"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Google Shape;207;p24"/>
          <p:cNvSpPr/>
          <p:nvPr/>
        </p:nvSpPr>
        <p:spPr>
          <a:xfrm>
            <a:off x="0" y="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140" name="Google Shape;208;p24"/>
          <p:cNvSpPr/>
          <p:nvPr/>
        </p:nvSpPr>
        <p:spPr>
          <a:xfrm>
            <a:off x="2772720" y="484560"/>
            <a:ext cx="8945280" cy="5878080"/>
          </a:xfrm>
          <a:prstGeom prst="rect">
            <a:avLst/>
          </a:prstGeom>
          <a:solidFill>
            <a:srgbClr val="404040"/>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ffffff"/>
              </a:solidFill>
              <a:effectLst/>
              <a:uFillTx/>
              <a:latin typeface="Arial"/>
            </a:endParaRPr>
          </a:p>
        </p:txBody>
      </p:sp>
      <p:sp>
        <p:nvSpPr>
          <p:cNvPr id="141" name="PlaceHolder 1"/>
          <p:cNvSpPr>
            <a:spLocks noGrp="1"/>
          </p:cNvSpPr>
          <p:nvPr>
            <p:ph type="title"/>
          </p:nvPr>
        </p:nvSpPr>
        <p:spPr>
          <a:xfrm>
            <a:off x="3240000" y="-720000"/>
            <a:ext cx="7920360" cy="3419280"/>
          </a:xfrm>
          <a:prstGeom prst="rect">
            <a:avLst/>
          </a:prstGeom>
          <a:noFill/>
          <a:ln w="0">
            <a:noFill/>
          </a:ln>
        </p:spPr>
        <p:txBody>
          <a:bodyPr lIns="91440" rIns="91440" tIns="45720" bIns="45720" anchor="ctr">
            <a:normAutofit/>
          </a:bodyPr>
          <a:p>
            <a:pPr indent="0">
              <a:lnSpc>
                <a:spcPct val="80000"/>
              </a:lnSpc>
              <a:buNone/>
              <a:tabLst>
                <a:tab algn="l" pos="0"/>
              </a:tabLst>
            </a:pPr>
            <a:r>
              <a:rPr b="1" lang="en-US" sz="4400" strike="noStrike" u="none">
                <a:solidFill>
                  <a:srgbClr val="ffffff"/>
                </a:solidFill>
                <a:effectLst/>
                <a:uFillTx/>
                <a:latin typeface="Twentieth Century"/>
                <a:ea typeface="Twentieth Century"/>
              </a:rPr>
              <a:t>JAVA CONCEPT USED</a:t>
            </a:r>
            <a:endParaRPr b="0" lang="en-IN" sz="4400" strike="noStrike" u="none">
              <a:solidFill>
                <a:srgbClr val="000000"/>
              </a:solidFill>
              <a:effectLst/>
              <a:uFillTx/>
              <a:latin typeface="Arial"/>
            </a:endParaRPr>
          </a:p>
        </p:txBody>
      </p:sp>
      <p:sp>
        <p:nvSpPr>
          <p:cNvPr id="142" name="Google Shape;210;p24"/>
          <p:cNvSpPr/>
          <p:nvPr/>
        </p:nvSpPr>
        <p:spPr>
          <a:xfrm>
            <a:off x="475200" y="484560"/>
            <a:ext cx="2126160" cy="587808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cxnSp>
        <p:nvCxnSpPr>
          <p:cNvPr id="143" name="Google Shape;211;p24"/>
          <p:cNvCxnSpPr/>
          <p:nvPr/>
        </p:nvCxnSpPr>
        <p:spPr>
          <a:xfrm flipV="1">
            <a:off x="3240000" y="720000"/>
            <a:ext cx="2880" cy="917280"/>
          </a:xfrm>
          <a:prstGeom prst="straightConnector1">
            <a:avLst/>
          </a:prstGeom>
          <a:ln w="19050">
            <a:solidFill>
              <a:schemeClr val="accent1">
                <a:alpha val="80000"/>
              </a:schemeClr>
            </a:solidFill>
            <a:round/>
          </a:ln>
        </p:spPr>
      </p:cxnSp>
      <p:pic>
        <p:nvPicPr>
          <p:cNvPr id="144" name="Google Shape;213;p24" descr="A blue and red logo&#10;&#10;AI-generated content may be incorrect."/>
          <p:cNvPicPr/>
          <p:nvPr/>
        </p:nvPicPr>
        <p:blipFill>
          <a:blip r:embed="rId1"/>
          <a:stretch/>
        </p:blipFill>
        <p:spPr>
          <a:xfrm>
            <a:off x="566280" y="654840"/>
            <a:ext cx="1875240" cy="466560"/>
          </a:xfrm>
          <a:prstGeom prst="rect">
            <a:avLst/>
          </a:prstGeom>
          <a:noFill/>
          <a:ln w="0">
            <a:noFill/>
          </a:ln>
        </p:spPr>
      </p:pic>
      <p:sp>
        <p:nvSpPr>
          <p:cNvPr id="145" name="Google Shape;214;p24"/>
          <p:cNvSpPr/>
          <p:nvPr/>
        </p:nvSpPr>
        <p:spPr>
          <a:xfrm>
            <a:off x="566280" y="590040"/>
            <a:ext cx="1875240" cy="5610240"/>
          </a:xfrm>
          <a:prstGeom prst="rect">
            <a:avLst/>
          </a:prstGeom>
          <a:noFill/>
          <a:ln w="0">
            <a:noFill/>
          </a:ln>
        </p:spPr>
        <p:style>
          <a:lnRef idx="0"/>
          <a:fillRef idx="0"/>
          <a:effectRef idx="0"/>
          <a:fontRef idx="minor"/>
        </p:style>
        <p:txBody>
          <a:bodyPr lIns="90000" rIns="90000" tIns="45000" bIns="45000" anchor="ctr">
            <a:normAutofit/>
          </a:bodyPr>
          <a:p>
            <a:pPr>
              <a:lnSpc>
                <a:spcPct val="80000"/>
              </a:lnSpc>
              <a:tabLst>
                <a:tab algn="l" pos="0"/>
              </a:tabLst>
            </a:pPr>
            <a:r>
              <a:rPr b="1" lang="en-US" sz="2000" strike="noStrike" u="none">
                <a:solidFill>
                  <a:srgbClr val="ffffff"/>
                </a:solidFill>
                <a:effectLst/>
                <a:uFillTx/>
                <a:latin typeface="Twentieth Century"/>
                <a:ea typeface="Twentieth Century"/>
              </a:rPr>
              <a:t>JAVA PROGRAMMING PROJECT PRESENTATION</a:t>
            </a:r>
            <a:endParaRPr b="0" lang="en-IN" sz="2000" strike="noStrike" u="none">
              <a:solidFill>
                <a:srgbClr val="000000"/>
              </a:solidFill>
              <a:effectLst/>
              <a:uFillTx/>
              <a:latin typeface="Arial"/>
            </a:endParaRPr>
          </a:p>
        </p:txBody>
      </p:sp>
      <p:sp>
        <p:nvSpPr>
          <p:cNvPr id="146" name=""/>
          <p:cNvSpPr/>
          <p:nvPr/>
        </p:nvSpPr>
        <p:spPr>
          <a:xfrm>
            <a:off x="3060000" y="1260000"/>
            <a:ext cx="7254720" cy="60930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0" lang="en-IN" sz="2000" strike="noStrike" u="none">
                <a:solidFill>
                  <a:srgbClr val="ffffff"/>
                </a:solidFill>
                <a:effectLst/>
                <a:uFillTx/>
                <a:latin typeface="Arial"/>
              </a:rPr>
              <a:t>Class and Object – Used to create Complaint objects </a:t>
            </a:r>
            <a:endParaRPr b="0" lang="en-IN" sz="2000" strike="noStrike" u="none">
              <a:solidFill>
                <a:srgbClr val="000000"/>
              </a:solidFill>
              <a:effectLst/>
              <a:uFillTx/>
              <a:latin typeface="Arial"/>
            </a:endParaRPr>
          </a:p>
          <a:p>
            <a:pPr>
              <a:lnSpc>
                <a:spcPct val="100000"/>
              </a:lnSpc>
              <a:spcBef>
                <a:spcPts val="1191"/>
              </a:spcBef>
              <a:spcAft>
                <a:spcPts val="992"/>
              </a:spcAft>
            </a:pPr>
            <a:r>
              <a:rPr b="0" lang="en-IN" sz="2000" strike="noStrike" u="none">
                <a:solidFill>
                  <a:srgbClr val="ffffff"/>
                </a:solidFill>
                <a:effectLst/>
                <a:uFillTx/>
                <a:latin typeface="Arial"/>
              </a:rPr>
              <a:t>ArrayList – Used to store complaint records dynamically </a:t>
            </a:r>
            <a:endParaRPr b="0" lang="en-IN" sz="2000" strike="noStrike" u="none">
              <a:solidFill>
                <a:srgbClr val="000000"/>
              </a:solidFill>
              <a:effectLst/>
              <a:uFillTx/>
              <a:latin typeface="Arial"/>
            </a:endParaRPr>
          </a:p>
          <a:p>
            <a:pPr>
              <a:lnSpc>
                <a:spcPct val="100000"/>
              </a:lnSpc>
              <a:spcBef>
                <a:spcPts val="1191"/>
              </a:spcBef>
              <a:spcAft>
                <a:spcPts val="992"/>
              </a:spcAft>
            </a:pPr>
            <a:r>
              <a:rPr b="0" lang="en-IN" sz="2000" strike="noStrike" u="none">
                <a:solidFill>
                  <a:srgbClr val="ffffff"/>
                </a:solidFill>
                <a:effectLst/>
                <a:uFillTx/>
                <a:latin typeface="Arial"/>
              </a:rPr>
              <a:t>Encapsulation – Data and methods are combined in a class </a:t>
            </a:r>
            <a:endParaRPr b="0" lang="en-IN" sz="2000" strike="noStrike" u="none">
              <a:solidFill>
                <a:srgbClr val="000000"/>
              </a:solidFill>
              <a:effectLst/>
              <a:uFillTx/>
              <a:latin typeface="Arial"/>
            </a:endParaRPr>
          </a:p>
          <a:p>
            <a:pPr>
              <a:lnSpc>
                <a:spcPct val="100000"/>
              </a:lnSpc>
              <a:spcBef>
                <a:spcPts val="1191"/>
              </a:spcBef>
              <a:spcAft>
                <a:spcPts val="992"/>
              </a:spcAft>
            </a:pPr>
            <a:r>
              <a:rPr b="0" lang="en-IN" sz="2000" strike="noStrike" u="none">
                <a:solidFill>
                  <a:srgbClr val="ffffff"/>
                </a:solidFill>
                <a:effectLst/>
                <a:uFillTx/>
                <a:latin typeface="Arial"/>
              </a:rPr>
              <a:t>Constructor – Used to initialize complaint details </a:t>
            </a:r>
            <a:endParaRPr b="0" lang="en-IN" sz="2000" strike="noStrike" u="none">
              <a:solidFill>
                <a:srgbClr val="000000"/>
              </a:solidFill>
              <a:effectLst/>
              <a:uFillTx/>
              <a:latin typeface="Arial"/>
            </a:endParaRPr>
          </a:p>
          <a:p>
            <a:pPr>
              <a:lnSpc>
                <a:spcPct val="100000"/>
              </a:lnSpc>
              <a:spcBef>
                <a:spcPts val="1191"/>
              </a:spcBef>
              <a:spcAft>
                <a:spcPts val="992"/>
              </a:spcAft>
            </a:pPr>
            <a:r>
              <a:rPr b="0" lang="en-IN" sz="2000" strike="noStrike" u="none">
                <a:solidFill>
                  <a:srgbClr val="ffffff"/>
                </a:solidFill>
                <a:effectLst/>
                <a:uFillTx/>
                <a:latin typeface="Arial"/>
              </a:rPr>
              <a:t>Loop (while) – Used for continuous menu execution </a:t>
            </a:r>
            <a:endParaRPr b="0" lang="en-IN" sz="2000" strike="noStrike" u="none">
              <a:solidFill>
                <a:srgbClr val="000000"/>
              </a:solidFill>
              <a:effectLst/>
              <a:uFillTx/>
              <a:latin typeface="Arial"/>
            </a:endParaRPr>
          </a:p>
          <a:p>
            <a:pPr>
              <a:lnSpc>
                <a:spcPct val="100000"/>
              </a:lnSpc>
              <a:spcBef>
                <a:spcPts val="1191"/>
              </a:spcBef>
              <a:spcAft>
                <a:spcPts val="992"/>
              </a:spcAft>
            </a:pPr>
            <a:r>
              <a:rPr b="0" lang="en-IN" sz="2000" strike="noStrike" u="none">
                <a:solidFill>
                  <a:srgbClr val="ffffff"/>
                </a:solidFill>
                <a:effectLst/>
                <a:uFillTx/>
                <a:latin typeface="Arial"/>
              </a:rPr>
              <a:t>Conditional Statements (if, switch) – Used for decision making </a:t>
            </a:r>
            <a:endParaRPr b="0" lang="en-IN" sz="2000" strike="noStrike" u="none">
              <a:solidFill>
                <a:srgbClr val="000000"/>
              </a:solidFill>
              <a:effectLst/>
              <a:uFillTx/>
              <a:latin typeface="Arial"/>
            </a:endParaRPr>
          </a:p>
          <a:p>
            <a:pPr>
              <a:lnSpc>
                <a:spcPct val="100000"/>
              </a:lnSpc>
              <a:spcBef>
                <a:spcPts val="1191"/>
              </a:spcBef>
              <a:spcAft>
                <a:spcPts val="992"/>
              </a:spcAft>
            </a:pPr>
            <a:r>
              <a:rPr b="0" lang="en-IN" sz="2000" strike="noStrike" u="none">
                <a:solidFill>
                  <a:srgbClr val="ffffff"/>
                </a:solidFill>
                <a:effectLst/>
                <a:uFillTx/>
                <a:latin typeface="Arial"/>
              </a:rPr>
              <a:t>Methods – Used to perform operations like add, view, update </a:t>
            </a:r>
            <a:endParaRPr b="0" lang="en-IN" sz="2000" strike="noStrike" u="none">
              <a:solidFill>
                <a:srgbClr val="000000"/>
              </a:solidFill>
              <a:effectLst/>
              <a:uFillTx/>
              <a:latin typeface="Arial"/>
            </a:endParaRPr>
          </a:p>
          <a:p>
            <a:pPr>
              <a:lnSpc>
                <a:spcPct val="100000"/>
              </a:lnSpc>
              <a:spcBef>
                <a:spcPts val="1191"/>
              </a:spcBef>
              <a:spcAft>
                <a:spcPts val="992"/>
              </a:spcAft>
            </a:pPr>
            <a:r>
              <a:rPr b="0" lang="en-IN" sz="2000" strike="noStrike" u="none">
                <a:solidFill>
                  <a:srgbClr val="ffffff"/>
                </a:solidFill>
                <a:effectLst/>
                <a:uFillTx/>
                <a:latin typeface="Arial"/>
              </a:rPr>
              <a:t>Scanner Class – Used to get user input </a:t>
            </a:r>
            <a:endParaRPr b="0" lang="en-IN" sz="2000" strike="noStrike" u="none">
              <a:solidFill>
                <a:srgbClr val="000000"/>
              </a:solidFill>
              <a:effectLst/>
              <a:uFillTx/>
              <a:latin typeface="Arial"/>
            </a:endParaRPr>
          </a:p>
          <a:p>
            <a:pPr>
              <a:lnSpc>
                <a:spcPct val="100000"/>
              </a:lnSpc>
              <a:spcBef>
                <a:spcPts val="1191"/>
              </a:spcBef>
              <a:spcAft>
                <a:spcPts val="992"/>
              </a:spcAft>
            </a:pPr>
            <a:endParaRPr b="0" lang="en-IN" sz="2000" strike="noStrike" u="none">
              <a:solidFill>
                <a:srgbClr val="000000"/>
              </a:solidFill>
              <a:effectLst/>
              <a:uFillTx/>
              <a:latin typeface="Arial"/>
            </a:endParaRPr>
          </a:p>
          <a:p>
            <a:pPr>
              <a:lnSpc>
                <a:spcPct val="100000"/>
              </a:lnSpc>
            </a:pPr>
            <a:endParaRPr b="0" lang="en-IN" sz="2000" strike="noStrike" u="none">
              <a:solidFill>
                <a:srgbClr val="000000"/>
              </a:solidFill>
              <a:effectLst/>
              <a:uFillTx/>
              <a:latin typeface="Arial"/>
            </a:endParaRPr>
          </a:p>
          <a:p>
            <a:pPr>
              <a:lnSpc>
                <a:spcPct val="100000"/>
              </a:lnSpc>
            </a:pPr>
            <a:r>
              <a:rPr b="1" i="1" lang="en-IN" sz="2000" strike="noStrike" u="none">
                <a:solidFill>
                  <a:srgbClr val="ffffff"/>
                </a:solidFill>
                <a:effectLst/>
                <a:uFillTx/>
                <a:latin typeface="Arial"/>
              </a:rPr>
              <a:t>Java Swing (Optional) – For GUI-based version of the system</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Google Shape;276;p30"/>
          <p:cNvSpPr/>
          <p:nvPr/>
        </p:nvSpPr>
        <p:spPr>
          <a:xfrm>
            <a:off x="3830400" y="-60840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148" name="Google Shape;277;p30"/>
          <p:cNvSpPr/>
          <p:nvPr/>
        </p:nvSpPr>
        <p:spPr>
          <a:xfrm>
            <a:off x="2772720" y="484560"/>
            <a:ext cx="8945280" cy="5878080"/>
          </a:xfrm>
          <a:prstGeom prst="rect">
            <a:avLst/>
          </a:prstGeom>
          <a:solidFill>
            <a:srgbClr val="404040"/>
          </a:solidFill>
          <a:ln w="0">
            <a:noFill/>
          </a:ln>
        </p:spPr>
        <p:style>
          <a:lnRef idx="0"/>
          <a:fillRef idx="0"/>
          <a:effectRef idx="0"/>
          <a:fontRef idx="minor"/>
        </p:style>
        <p:txBody>
          <a:bodyPr lIns="90000" rIns="90000" tIns="45000" bIns="45000" anchor="ctr">
            <a:noAutofit/>
          </a:bodyPr>
          <a:p>
            <a:pPr algn="ctr">
              <a:lnSpc>
                <a:spcPct val="100000"/>
              </a:lnSpc>
            </a:pPr>
            <a:r>
              <a:rPr b="0" lang="en-IN" sz="1400" strike="noStrike" u="none">
                <a:solidFill>
                  <a:srgbClr val="ffffff"/>
                </a:solidFill>
                <a:effectLst/>
                <a:uFillTx/>
                <a:latin typeface="Arial"/>
              </a:rPr>
              <a:t>S</a:t>
            </a:r>
            <a:endParaRPr b="0" lang="en-IN" sz="1400" strike="noStrike" u="none">
              <a:solidFill>
                <a:srgbClr val="ffffff"/>
              </a:solidFill>
              <a:effectLst/>
              <a:uFillTx/>
              <a:latin typeface="Arial"/>
            </a:endParaRPr>
          </a:p>
        </p:txBody>
      </p:sp>
      <p:sp>
        <p:nvSpPr>
          <p:cNvPr id="149" name="PlaceHolder 1"/>
          <p:cNvSpPr>
            <a:spLocks noGrp="1"/>
          </p:cNvSpPr>
          <p:nvPr>
            <p:ph type="title"/>
          </p:nvPr>
        </p:nvSpPr>
        <p:spPr>
          <a:xfrm rot="21595200">
            <a:off x="3418200" y="543600"/>
            <a:ext cx="7737840" cy="911520"/>
          </a:xfrm>
          <a:prstGeom prst="rect">
            <a:avLst/>
          </a:prstGeom>
          <a:noFill/>
          <a:ln w="0">
            <a:noFill/>
          </a:ln>
        </p:spPr>
        <p:txBody>
          <a:bodyPr lIns="91440" rIns="91440" tIns="45720" bIns="45720" anchor="ctr">
            <a:normAutofit/>
          </a:bodyPr>
          <a:p>
            <a:pPr indent="0">
              <a:lnSpc>
                <a:spcPct val="80000"/>
              </a:lnSpc>
              <a:buNone/>
              <a:tabLst>
                <a:tab algn="l" pos="0"/>
              </a:tabLst>
            </a:pPr>
            <a:r>
              <a:rPr b="0" i="1" lang="en-US" sz="4000" strike="noStrike" u="none">
                <a:solidFill>
                  <a:srgbClr val="fefefe"/>
                </a:solidFill>
                <a:effectLst/>
                <a:uFillTx/>
                <a:latin typeface="Twentieth Century"/>
                <a:ea typeface="Twentieth Century"/>
              </a:rPr>
              <a:t>OUTPUT OF PROGRAM</a:t>
            </a:r>
            <a:endParaRPr b="0" lang="en-IN" sz="4000" strike="noStrike" u="none">
              <a:solidFill>
                <a:srgbClr val="000000"/>
              </a:solidFill>
              <a:effectLst/>
              <a:uFillTx/>
              <a:latin typeface="Arial"/>
            </a:endParaRPr>
          </a:p>
        </p:txBody>
      </p:sp>
      <p:sp>
        <p:nvSpPr>
          <p:cNvPr id="150" name="Google Shape;279;p30"/>
          <p:cNvSpPr/>
          <p:nvPr/>
        </p:nvSpPr>
        <p:spPr>
          <a:xfrm>
            <a:off x="475200" y="484560"/>
            <a:ext cx="2125800" cy="587808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cxnSp>
        <p:nvCxnSpPr>
          <p:cNvPr id="151" name="Google Shape;280;p30"/>
          <p:cNvCxnSpPr/>
          <p:nvPr/>
        </p:nvCxnSpPr>
        <p:spPr>
          <a:xfrm flipV="1">
            <a:off x="3240000" y="524520"/>
            <a:ext cx="2880" cy="917280"/>
          </a:xfrm>
          <a:prstGeom prst="straightConnector1">
            <a:avLst/>
          </a:prstGeom>
          <a:ln w="19050">
            <a:solidFill>
              <a:schemeClr val="accent1">
                <a:alpha val="80000"/>
              </a:schemeClr>
            </a:solidFill>
            <a:round/>
          </a:ln>
        </p:spPr>
      </p:cxnSp>
      <p:pic>
        <p:nvPicPr>
          <p:cNvPr id="152" name="Google Shape;282;p30" descr="A blue and red logo&#10;&#10;AI-generated content may be incorrect."/>
          <p:cNvPicPr/>
          <p:nvPr/>
        </p:nvPicPr>
        <p:blipFill>
          <a:blip r:embed="rId1"/>
          <a:stretch/>
        </p:blipFill>
        <p:spPr>
          <a:xfrm>
            <a:off x="566280" y="654840"/>
            <a:ext cx="1875240" cy="466560"/>
          </a:xfrm>
          <a:prstGeom prst="rect">
            <a:avLst/>
          </a:prstGeom>
          <a:noFill/>
          <a:ln w="0">
            <a:noFill/>
          </a:ln>
        </p:spPr>
      </p:pic>
      <p:sp>
        <p:nvSpPr>
          <p:cNvPr id="153" name="Google Shape;283;p30"/>
          <p:cNvSpPr/>
          <p:nvPr/>
        </p:nvSpPr>
        <p:spPr>
          <a:xfrm>
            <a:off x="566280" y="590040"/>
            <a:ext cx="1875240" cy="5610600"/>
          </a:xfrm>
          <a:prstGeom prst="rect">
            <a:avLst/>
          </a:prstGeom>
          <a:noFill/>
          <a:ln w="0">
            <a:noFill/>
          </a:ln>
        </p:spPr>
        <p:style>
          <a:lnRef idx="0"/>
          <a:fillRef idx="0"/>
          <a:effectRef idx="0"/>
          <a:fontRef idx="minor"/>
        </p:style>
        <p:txBody>
          <a:bodyPr lIns="90000" rIns="90000" tIns="45000" bIns="45000" anchor="ctr">
            <a:normAutofit/>
          </a:bodyPr>
          <a:p>
            <a:pPr>
              <a:lnSpc>
                <a:spcPct val="80000"/>
              </a:lnSpc>
              <a:tabLst>
                <a:tab algn="l" pos="0"/>
              </a:tabLst>
            </a:pPr>
            <a:r>
              <a:rPr b="0" i="1" lang="en-US" sz="2000" strike="noStrike" u="none">
                <a:solidFill>
                  <a:srgbClr val="ffffff"/>
                </a:solidFill>
                <a:effectLst/>
                <a:uFillTx/>
                <a:latin typeface="Twentieth Century"/>
                <a:ea typeface="Twentieth Century"/>
              </a:rPr>
              <a:t>JAVA PROGRAMMING PROJECT PRESENTATION</a:t>
            </a:r>
            <a:endParaRPr b="0" lang="en-IN" sz="2000" strike="noStrike" u="none">
              <a:solidFill>
                <a:srgbClr val="000000"/>
              </a:solidFill>
              <a:effectLst/>
              <a:uFillTx/>
              <a:latin typeface="Arial"/>
            </a:endParaRPr>
          </a:p>
        </p:txBody>
      </p:sp>
      <p:pic>
        <p:nvPicPr>
          <p:cNvPr id="154" name="" descr=""/>
          <p:cNvPicPr/>
          <p:nvPr/>
        </p:nvPicPr>
        <p:blipFill>
          <a:blip r:embed="rId2"/>
          <a:stretch/>
        </p:blipFill>
        <p:spPr>
          <a:xfrm>
            <a:off x="2837520" y="1980000"/>
            <a:ext cx="3822480" cy="1440000"/>
          </a:xfrm>
          <a:prstGeom prst="rect">
            <a:avLst/>
          </a:prstGeom>
          <a:noFill/>
          <a:ln w="0">
            <a:noFill/>
          </a:ln>
        </p:spPr>
      </p:pic>
      <p:pic>
        <p:nvPicPr>
          <p:cNvPr id="155" name="" descr=""/>
          <p:cNvPicPr/>
          <p:nvPr/>
        </p:nvPicPr>
        <p:blipFill>
          <a:blip r:embed="rId3"/>
          <a:stretch/>
        </p:blipFill>
        <p:spPr>
          <a:xfrm>
            <a:off x="7200000" y="1800000"/>
            <a:ext cx="3060000" cy="1653120"/>
          </a:xfrm>
          <a:prstGeom prst="rect">
            <a:avLst/>
          </a:prstGeom>
          <a:noFill/>
          <a:ln w="0">
            <a:noFill/>
          </a:ln>
        </p:spPr>
      </p:pic>
      <p:pic>
        <p:nvPicPr>
          <p:cNvPr id="156" name="" descr=""/>
          <p:cNvPicPr/>
          <p:nvPr/>
        </p:nvPicPr>
        <p:blipFill>
          <a:blip r:embed="rId4"/>
          <a:stretch/>
        </p:blipFill>
        <p:spPr>
          <a:xfrm>
            <a:off x="3404160" y="4102200"/>
            <a:ext cx="3075840" cy="1477800"/>
          </a:xfrm>
          <a:prstGeom prst="rect">
            <a:avLst/>
          </a:prstGeom>
          <a:noFill/>
          <a:ln w="0">
            <a:noFill/>
          </a:ln>
        </p:spPr>
      </p:pic>
      <p:pic>
        <p:nvPicPr>
          <p:cNvPr id="157" name="" descr=""/>
          <p:cNvPicPr/>
          <p:nvPr/>
        </p:nvPicPr>
        <p:blipFill>
          <a:blip r:embed="rId5"/>
          <a:stretch/>
        </p:blipFill>
        <p:spPr>
          <a:xfrm>
            <a:off x="7740000" y="4140000"/>
            <a:ext cx="3290040" cy="13741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Google Shape;288;p31"/>
          <p:cNvSpPr/>
          <p:nvPr/>
        </p:nvSpPr>
        <p:spPr>
          <a:xfrm>
            <a:off x="0" y="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159" name="Google Shape;289;p31"/>
          <p:cNvSpPr/>
          <p:nvPr/>
        </p:nvSpPr>
        <p:spPr>
          <a:xfrm>
            <a:off x="2772720" y="484560"/>
            <a:ext cx="8945280" cy="5878080"/>
          </a:xfrm>
          <a:prstGeom prst="rect">
            <a:avLst/>
          </a:prstGeom>
          <a:solidFill>
            <a:srgbClr val="404040"/>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ffffff"/>
              </a:solidFill>
              <a:effectLst/>
              <a:uFillTx/>
              <a:latin typeface="Arial"/>
            </a:endParaRPr>
          </a:p>
        </p:txBody>
      </p:sp>
      <p:sp>
        <p:nvSpPr>
          <p:cNvPr id="160" name="PlaceHolder 1"/>
          <p:cNvSpPr>
            <a:spLocks noGrp="1"/>
          </p:cNvSpPr>
          <p:nvPr>
            <p:ph type="title"/>
          </p:nvPr>
        </p:nvSpPr>
        <p:spPr>
          <a:xfrm>
            <a:off x="3240000" y="0"/>
            <a:ext cx="8149680" cy="1699920"/>
          </a:xfrm>
          <a:prstGeom prst="rect">
            <a:avLst/>
          </a:prstGeom>
          <a:noFill/>
          <a:ln w="0">
            <a:noFill/>
          </a:ln>
        </p:spPr>
        <p:txBody>
          <a:bodyPr lIns="91440" rIns="91440" tIns="45720" bIns="45720" anchor="ctr">
            <a:normAutofit/>
          </a:bodyPr>
          <a:p>
            <a:pPr indent="0">
              <a:lnSpc>
                <a:spcPct val="80000"/>
              </a:lnSpc>
              <a:buNone/>
              <a:tabLst>
                <a:tab algn="l" pos="0"/>
              </a:tabLst>
            </a:pPr>
            <a:r>
              <a:rPr b="1" lang="en-US" sz="4400" strike="noStrike" u="none">
                <a:solidFill>
                  <a:srgbClr val="fefefe"/>
                </a:solidFill>
                <a:effectLst/>
                <a:uFillTx/>
                <a:latin typeface="Twentieth Century"/>
                <a:ea typeface="Twentieth Century"/>
              </a:rPr>
              <a:t>DEMONSTRATION STEPS</a:t>
            </a:r>
            <a:endParaRPr b="0" lang="en-IN" sz="4400" strike="noStrike" u="none">
              <a:solidFill>
                <a:srgbClr val="000000"/>
              </a:solidFill>
              <a:effectLst/>
              <a:uFillTx/>
              <a:latin typeface="Arial"/>
            </a:endParaRPr>
          </a:p>
        </p:txBody>
      </p:sp>
      <p:sp>
        <p:nvSpPr>
          <p:cNvPr id="161" name="Google Shape;291;p31"/>
          <p:cNvSpPr/>
          <p:nvPr/>
        </p:nvSpPr>
        <p:spPr>
          <a:xfrm>
            <a:off x="475200" y="484560"/>
            <a:ext cx="2125800" cy="587808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cxnSp>
        <p:nvCxnSpPr>
          <p:cNvPr id="162" name="Google Shape;292;p31"/>
          <p:cNvCxnSpPr/>
          <p:nvPr/>
        </p:nvCxnSpPr>
        <p:spPr>
          <a:xfrm flipV="1">
            <a:off x="3238920" y="704520"/>
            <a:ext cx="2880" cy="917280"/>
          </a:xfrm>
          <a:prstGeom prst="straightConnector1">
            <a:avLst/>
          </a:prstGeom>
          <a:ln w="19050">
            <a:solidFill>
              <a:schemeClr val="accent1">
                <a:alpha val="80000"/>
              </a:schemeClr>
            </a:solidFill>
            <a:round/>
          </a:ln>
        </p:spPr>
      </p:cxnSp>
      <p:pic>
        <p:nvPicPr>
          <p:cNvPr id="163" name="Google Shape;294;p31" descr="A blue and red logo&#10;&#10;AI-generated content may be incorrect."/>
          <p:cNvPicPr/>
          <p:nvPr/>
        </p:nvPicPr>
        <p:blipFill>
          <a:blip r:embed="rId1"/>
          <a:stretch/>
        </p:blipFill>
        <p:spPr>
          <a:xfrm>
            <a:off x="566280" y="654840"/>
            <a:ext cx="1875240" cy="466560"/>
          </a:xfrm>
          <a:prstGeom prst="rect">
            <a:avLst/>
          </a:prstGeom>
          <a:noFill/>
          <a:ln w="0">
            <a:noFill/>
          </a:ln>
        </p:spPr>
      </p:pic>
      <p:sp>
        <p:nvSpPr>
          <p:cNvPr id="164" name="Google Shape;295;p31"/>
          <p:cNvSpPr/>
          <p:nvPr/>
        </p:nvSpPr>
        <p:spPr>
          <a:xfrm>
            <a:off x="566280" y="590040"/>
            <a:ext cx="1875240" cy="5610600"/>
          </a:xfrm>
          <a:prstGeom prst="rect">
            <a:avLst/>
          </a:prstGeom>
          <a:noFill/>
          <a:ln w="0">
            <a:noFill/>
          </a:ln>
        </p:spPr>
        <p:style>
          <a:lnRef idx="0"/>
          <a:fillRef idx="0"/>
          <a:effectRef idx="0"/>
          <a:fontRef idx="minor"/>
        </p:style>
        <p:txBody>
          <a:bodyPr lIns="90000" rIns="90000" tIns="45000" bIns="45000" anchor="ctr">
            <a:normAutofit/>
          </a:bodyPr>
          <a:p>
            <a:pPr>
              <a:lnSpc>
                <a:spcPct val="80000"/>
              </a:lnSpc>
              <a:tabLst>
                <a:tab algn="l" pos="0"/>
              </a:tabLst>
            </a:pPr>
            <a:r>
              <a:rPr b="1" lang="en-US" sz="2000" strike="noStrike" u="none">
                <a:solidFill>
                  <a:srgbClr val="ffffff"/>
                </a:solidFill>
                <a:effectLst/>
                <a:uFillTx/>
                <a:latin typeface="Twentieth Century"/>
                <a:ea typeface="Twentieth Century"/>
              </a:rPr>
              <a:t>JAVA PROGRAMMING PROJECT PRESENTATION</a:t>
            </a:r>
            <a:endParaRPr b="0" lang="en-IN" sz="2000" strike="noStrike" u="none">
              <a:solidFill>
                <a:srgbClr val="000000"/>
              </a:solidFill>
              <a:effectLst/>
              <a:uFillTx/>
              <a:latin typeface="Arial"/>
            </a:endParaRPr>
          </a:p>
        </p:txBody>
      </p:sp>
      <p:sp>
        <p:nvSpPr>
          <p:cNvPr id="165" name=""/>
          <p:cNvSpPr/>
          <p:nvPr/>
        </p:nvSpPr>
        <p:spPr>
          <a:xfrm>
            <a:off x="2881440" y="591840"/>
            <a:ext cx="8638560" cy="6051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IN" sz="2100" strike="noStrike" u="none">
              <a:solidFill>
                <a:srgbClr val="000000"/>
              </a:solidFill>
              <a:effectLst/>
              <a:uFillTx/>
              <a:latin typeface="Arial"/>
            </a:endParaRPr>
          </a:p>
          <a:p>
            <a:pPr>
              <a:lnSpc>
                <a:spcPct val="100000"/>
              </a:lnSpc>
              <a:spcBef>
                <a:spcPts val="1191"/>
              </a:spcBef>
              <a:spcAft>
                <a:spcPts val="992"/>
              </a:spcAft>
            </a:pPr>
            <a:r>
              <a:rPr b="1" i="1" lang="en-IN" sz="1500" strike="noStrike" u="none">
                <a:solidFill>
                  <a:srgbClr val="ffffff"/>
                </a:solidFill>
                <a:effectLst/>
                <a:uFillTx/>
                <a:latin typeface="Arial"/>
                <a:ea typeface="Microsoft YaHei"/>
              </a:rPr>
              <a:t>Run the Java program </a:t>
            </a:r>
            <a:endParaRPr b="0" lang="en-IN" sz="1500" strike="noStrike" u="none">
              <a:solidFill>
                <a:srgbClr val="000000"/>
              </a:solidFill>
              <a:effectLst/>
              <a:uFillTx/>
              <a:latin typeface="Arial"/>
            </a:endParaRPr>
          </a:p>
          <a:p>
            <a:pPr>
              <a:lnSpc>
                <a:spcPct val="100000"/>
              </a:lnSpc>
              <a:spcBef>
                <a:spcPts val="1191"/>
              </a:spcBef>
              <a:spcAft>
                <a:spcPts val="992"/>
              </a:spcAft>
            </a:pPr>
            <a:r>
              <a:rPr b="1" i="1" lang="en-IN" sz="1500" strike="noStrike" u="none">
                <a:solidFill>
                  <a:srgbClr val="ffffff"/>
                </a:solidFill>
                <a:effectLst/>
                <a:uFillTx/>
                <a:latin typeface="Arial"/>
                <a:ea typeface="Microsoft YaHei"/>
              </a:rPr>
              <a:t>Display the main menu </a:t>
            </a:r>
            <a:endParaRPr b="0" lang="en-IN" sz="1500" strike="noStrike" u="none">
              <a:solidFill>
                <a:srgbClr val="000000"/>
              </a:solidFill>
              <a:effectLst/>
              <a:uFillTx/>
              <a:latin typeface="Arial"/>
            </a:endParaRPr>
          </a:p>
          <a:p>
            <a:pPr>
              <a:lnSpc>
                <a:spcPct val="100000"/>
              </a:lnSpc>
              <a:spcBef>
                <a:spcPts val="1191"/>
              </a:spcBef>
              <a:spcAft>
                <a:spcPts val="992"/>
              </a:spcAft>
            </a:pPr>
            <a:r>
              <a:rPr b="1" i="1" lang="en-IN" sz="1500" strike="noStrike" u="none">
                <a:solidFill>
                  <a:srgbClr val="ffffff"/>
                </a:solidFill>
                <a:effectLst/>
                <a:uFillTx/>
                <a:latin typeface="Arial"/>
                <a:ea typeface="Microsoft YaHei"/>
              </a:rPr>
              <a:t>Select Add Complaint option </a:t>
            </a:r>
            <a:endParaRPr b="0" lang="en-IN" sz="1500" strike="noStrike" u="none">
              <a:solidFill>
                <a:srgbClr val="000000"/>
              </a:solidFill>
              <a:effectLst/>
              <a:uFillTx/>
              <a:latin typeface="Arial"/>
            </a:endParaRPr>
          </a:p>
          <a:p>
            <a:pPr>
              <a:lnSpc>
                <a:spcPct val="100000"/>
              </a:lnSpc>
              <a:spcBef>
                <a:spcPts val="1191"/>
              </a:spcBef>
              <a:spcAft>
                <a:spcPts val="992"/>
              </a:spcAft>
            </a:pPr>
            <a:r>
              <a:rPr b="1" i="1" lang="en-IN" sz="1500" strike="noStrike" u="none">
                <a:solidFill>
                  <a:srgbClr val="ffffff"/>
                </a:solidFill>
                <a:effectLst/>
                <a:uFillTx/>
                <a:latin typeface="Arial"/>
                <a:ea typeface="Microsoft YaHei"/>
              </a:rPr>
              <a:t>Enter user name and complaint </a:t>
            </a:r>
            <a:endParaRPr b="0" lang="en-IN" sz="1500" strike="noStrike" u="none">
              <a:solidFill>
                <a:srgbClr val="000000"/>
              </a:solidFill>
              <a:effectLst/>
              <a:uFillTx/>
              <a:latin typeface="Arial"/>
            </a:endParaRPr>
          </a:p>
          <a:p>
            <a:pPr>
              <a:lnSpc>
                <a:spcPct val="100000"/>
              </a:lnSpc>
              <a:spcBef>
                <a:spcPts val="1191"/>
              </a:spcBef>
              <a:spcAft>
                <a:spcPts val="992"/>
              </a:spcAft>
            </a:pPr>
            <a:r>
              <a:rPr b="1" i="1" lang="en-IN" sz="1500" strike="noStrike" u="none">
                <a:solidFill>
                  <a:srgbClr val="ffffff"/>
                </a:solidFill>
                <a:effectLst/>
                <a:uFillTx/>
                <a:latin typeface="Arial"/>
                <a:ea typeface="Microsoft YaHei"/>
              </a:rPr>
              <a:t>System generates complaint ID </a:t>
            </a:r>
            <a:endParaRPr b="0" lang="en-IN" sz="1500" strike="noStrike" u="none">
              <a:solidFill>
                <a:srgbClr val="000000"/>
              </a:solidFill>
              <a:effectLst/>
              <a:uFillTx/>
              <a:latin typeface="Arial"/>
            </a:endParaRPr>
          </a:p>
          <a:p>
            <a:pPr>
              <a:lnSpc>
                <a:spcPct val="100000"/>
              </a:lnSpc>
              <a:spcBef>
                <a:spcPts val="1191"/>
              </a:spcBef>
              <a:spcAft>
                <a:spcPts val="992"/>
              </a:spcAft>
            </a:pPr>
            <a:r>
              <a:rPr b="1" i="1" lang="en-IN" sz="1500" strike="noStrike" u="none">
                <a:solidFill>
                  <a:srgbClr val="ffffff"/>
                </a:solidFill>
                <a:effectLst/>
                <a:uFillTx/>
                <a:latin typeface="Arial"/>
                <a:ea typeface="Microsoft YaHei"/>
              </a:rPr>
              <a:t>Select View Complaints to see details </a:t>
            </a:r>
            <a:endParaRPr b="0" lang="en-IN" sz="1500" strike="noStrike" u="none">
              <a:solidFill>
                <a:srgbClr val="000000"/>
              </a:solidFill>
              <a:effectLst/>
              <a:uFillTx/>
              <a:latin typeface="Arial"/>
            </a:endParaRPr>
          </a:p>
          <a:p>
            <a:pPr>
              <a:lnSpc>
                <a:spcPct val="100000"/>
              </a:lnSpc>
              <a:spcBef>
                <a:spcPts val="1191"/>
              </a:spcBef>
              <a:spcAft>
                <a:spcPts val="992"/>
              </a:spcAft>
            </a:pPr>
            <a:r>
              <a:rPr b="1" i="1" lang="en-IN" sz="1500" strike="noStrike" u="none">
                <a:solidFill>
                  <a:srgbClr val="ffffff"/>
                </a:solidFill>
                <a:effectLst/>
                <a:uFillTx/>
                <a:latin typeface="Arial"/>
                <a:ea typeface="Microsoft YaHei"/>
              </a:rPr>
              <a:t>Select Update Status option </a:t>
            </a:r>
            <a:endParaRPr b="0" lang="en-IN" sz="1500" strike="noStrike" u="none">
              <a:solidFill>
                <a:srgbClr val="000000"/>
              </a:solidFill>
              <a:effectLst/>
              <a:uFillTx/>
              <a:latin typeface="Arial"/>
            </a:endParaRPr>
          </a:p>
          <a:p>
            <a:pPr>
              <a:lnSpc>
                <a:spcPct val="100000"/>
              </a:lnSpc>
              <a:spcBef>
                <a:spcPts val="1191"/>
              </a:spcBef>
              <a:spcAft>
                <a:spcPts val="992"/>
              </a:spcAft>
            </a:pPr>
            <a:r>
              <a:rPr b="1" i="1" lang="en-IN" sz="1500" strike="noStrike" u="none">
                <a:solidFill>
                  <a:srgbClr val="ffffff"/>
                </a:solidFill>
                <a:effectLst/>
                <a:uFillTx/>
                <a:latin typeface="Arial"/>
                <a:ea typeface="Microsoft YaHei"/>
              </a:rPr>
              <a:t>Enter complaint ID and update status </a:t>
            </a:r>
            <a:endParaRPr b="0" lang="en-IN" sz="1500" strike="noStrike" u="none">
              <a:solidFill>
                <a:srgbClr val="000000"/>
              </a:solidFill>
              <a:effectLst/>
              <a:uFillTx/>
              <a:latin typeface="Arial"/>
            </a:endParaRPr>
          </a:p>
          <a:p>
            <a:pPr>
              <a:lnSpc>
                <a:spcPct val="100000"/>
              </a:lnSpc>
              <a:spcBef>
                <a:spcPts val="1191"/>
              </a:spcBef>
              <a:spcAft>
                <a:spcPts val="992"/>
              </a:spcAft>
            </a:pPr>
            <a:r>
              <a:rPr b="1" i="1" lang="en-IN" sz="1500" strike="noStrike" u="none">
                <a:solidFill>
                  <a:srgbClr val="ffffff"/>
                </a:solidFill>
                <a:effectLst/>
                <a:uFillTx/>
                <a:latin typeface="Arial"/>
                <a:ea typeface="Microsoft YaHei"/>
              </a:rPr>
              <a:t>View updated complaint status </a:t>
            </a:r>
            <a:endParaRPr b="0" lang="en-IN" sz="1500" strike="noStrike" u="none">
              <a:solidFill>
                <a:srgbClr val="000000"/>
              </a:solidFill>
              <a:effectLst/>
              <a:uFillTx/>
              <a:latin typeface="Arial"/>
            </a:endParaRPr>
          </a:p>
          <a:p>
            <a:pPr>
              <a:lnSpc>
                <a:spcPct val="100000"/>
              </a:lnSpc>
              <a:spcBef>
                <a:spcPts val="1191"/>
              </a:spcBef>
              <a:spcAft>
                <a:spcPts val="992"/>
              </a:spcAft>
            </a:pPr>
            <a:r>
              <a:rPr b="1" i="1" lang="en-IN" sz="1500" strike="noStrike" u="none">
                <a:solidFill>
                  <a:srgbClr val="ffffff"/>
                </a:solidFill>
                <a:effectLst/>
                <a:uFillTx/>
                <a:latin typeface="Arial"/>
                <a:ea typeface="Microsoft YaHei"/>
              </a:rPr>
              <a:t>Select Exit to close the program </a:t>
            </a:r>
            <a:endParaRPr b="0" lang="en-IN" sz="1500" strike="noStrike" u="none">
              <a:solidFill>
                <a:srgbClr val="000000"/>
              </a:solidFill>
              <a:effectLst/>
              <a:uFillTx/>
              <a:latin typeface="Arial"/>
            </a:endParaRPr>
          </a:p>
          <a:p>
            <a:pPr>
              <a:lnSpc>
                <a:spcPct val="100000"/>
              </a:lnSpc>
              <a:spcBef>
                <a:spcPts val="1191"/>
              </a:spcBef>
              <a:spcAft>
                <a:spcPts val="992"/>
              </a:spcAft>
            </a:pPr>
            <a:endParaRPr b="0" lang="en-IN" sz="1500" strike="noStrike" u="none">
              <a:solidFill>
                <a:srgbClr val="000000"/>
              </a:solidFill>
              <a:effectLst/>
              <a:uFillTx/>
              <a:latin typeface="Arial"/>
            </a:endParaRPr>
          </a:p>
          <a:p>
            <a:pPr>
              <a:lnSpc>
                <a:spcPct val="100000"/>
              </a:lnSpc>
              <a:spcBef>
                <a:spcPts val="1191"/>
              </a:spcBef>
              <a:spcAft>
                <a:spcPts val="992"/>
              </a:spcAft>
            </a:pPr>
            <a:endParaRPr b="0" lang="en-IN" sz="1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Google Shape;367;p38"/>
          <p:cNvSpPr/>
          <p:nvPr/>
        </p:nvSpPr>
        <p:spPr>
          <a:xfrm>
            <a:off x="0" y="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167" name="Google Shape;368;p38"/>
          <p:cNvSpPr/>
          <p:nvPr/>
        </p:nvSpPr>
        <p:spPr>
          <a:xfrm>
            <a:off x="2772720" y="484560"/>
            <a:ext cx="8945280" cy="5878080"/>
          </a:xfrm>
          <a:prstGeom prst="rect">
            <a:avLst/>
          </a:prstGeom>
          <a:solidFill>
            <a:srgbClr val="404040"/>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ffffff"/>
              </a:solidFill>
              <a:effectLst/>
              <a:uFillTx/>
              <a:latin typeface="Arial"/>
            </a:endParaRPr>
          </a:p>
        </p:txBody>
      </p:sp>
      <p:sp>
        <p:nvSpPr>
          <p:cNvPr id="168" name="PlaceHolder 1"/>
          <p:cNvSpPr>
            <a:spLocks noGrp="1"/>
          </p:cNvSpPr>
          <p:nvPr>
            <p:ph type="title"/>
          </p:nvPr>
        </p:nvSpPr>
        <p:spPr>
          <a:xfrm>
            <a:off x="3418200" y="484560"/>
            <a:ext cx="7920360" cy="983520"/>
          </a:xfrm>
          <a:prstGeom prst="rect">
            <a:avLst/>
          </a:prstGeom>
          <a:noFill/>
          <a:ln w="0">
            <a:noFill/>
          </a:ln>
        </p:spPr>
        <p:txBody>
          <a:bodyPr lIns="91440" rIns="91440" tIns="45720" bIns="45720" anchor="ctr">
            <a:normAutofit/>
          </a:bodyPr>
          <a:p>
            <a:pPr indent="0">
              <a:lnSpc>
                <a:spcPct val="80000"/>
              </a:lnSpc>
              <a:buNone/>
              <a:tabLst>
                <a:tab algn="l" pos="0"/>
              </a:tabLst>
            </a:pPr>
            <a:r>
              <a:rPr b="1" lang="en-US" sz="4400" strike="noStrike" u="none">
                <a:solidFill>
                  <a:srgbClr val="fefefe"/>
                </a:solidFill>
                <a:effectLst/>
                <a:uFillTx/>
                <a:latin typeface="Twentieth Century"/>
                <a:ea typeface="Twentieth Century"/>
              </a:rPr>
              <a:t>CONCLUSION</a:t>
            </a:r>
            <a:endParaRPr b="0" lang="en-IN" sz="4400" strike="noStrike" u="none">
              <a:solidFill>
                <a:srgbClr val="000000"/>
              </a:solidFill>
              <a:effectLst/>
              <a:uFillTx/>
              <a:latin typeface="Arial"/>
            </a:endParaRPr>
          </a:p>
        </p:txBody>
      </p:sp>
      <p:sp>
        <p:nvSpPr>
          <p:cNvPr id="169" name="Google Shape;370;p38"/>
          <p:cNvSpPr/>
          <p:nvPr/>
        </p:nvSpPr>
        <p:spPr>
          <a:xfrm>
            <a:off x="475200" y="484560"/>
            <a:ext cx="2125800" cy="587808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cxnSp>
        <p:nvCxnSpPr>
          <p:cNvPr id="170" name="Google Shape;371;p38"/>
          <p:cNvCxnSpPr/>
          <p:nvPr/>
        </p:nvCxnSpPr>
        <p:spPr>
          <a:xfrm flipV="1">
            <a:off x="3205800" y="540000"/>
            <a:ext cx="2880" cy="917280"/>
          </a:xfrm>
          <a:prstGeom prst="straightConnector1">
            <a:avLst/>
          </a:prstGeom>
          <a:ln w="19050">
            <a:solidFill>
              <a:schemeClr val="accent1">
                <a:alpha val="80000"/>
              </a:schemeClr>
            </a:solidFill>
            <a:round/>
          </a:ln>
        </p:spPr>
      </p:cxnSp>
      <p:sp>
        <p:nvSpPr>
          <p:cNvPr id="171" name="PlaceHolder 2"/>
          <p:cNvSpPr>
            <a:spLocks noGrp="1"/>
          </p:cNvSpPr>
          <p:nvPr>
            <p:ph/>
          </p:nvPr>
        </p:nvSpPr>
        <p:spPr>
          <a:xfrm>
            <a:off x="3060000" y="1620000"/>
            <a:ext cx="8596800" cy="4587840"/>
          </a:xfrm>
          <a:prstGeom prst="rect">
            <a:avLst/>
          </a:prstGeom>
          <a:noFill/>
          <a:ln w="0">
            <a:noFill/>
          </a:ln>
        </p:spPr>
        <p:txBody>
          <a:bodyPr lIns="45720" rIns="45720" tIns="45720" bIns="45720" anchor="t">
            <a:normAutofit lnSpcReduction="9999"/>
          </a:bodyPr>
          <a:p>
            <a:pPr indent="0">
              <a:lnSpc>
                <a:spcPct val="90000"/>
              </a:lnSpc>
              <a:spcBef>
                <a:spcPts val="1191"/>
              </a:spcBef>
              <a:spcAft>
                <a:spcPts val="992"/>
              </a:spcAft>
              <a:buNone/>
              <a:tabLst>
                <a:tab algn="l" pos="0"/>
              </a:tabLst>
            </a:pP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200" strike="noStrike" u="none">
                <a:solidFill>
                  <a:schemeClr val="lt1"/>
                </a:solidFill>
                <a:effectLst/>
                <a:uFillTx/>
                <a:latin typeface="Twentieth Century"/>
                <a:ea typeface="Twentieth Century"/>
              </a:rPr>
              <a:t>The Complaint Management and Resolution Tracking System provides an efficient way to handle complaints in a structured manner. It reduces manual work and helps in tracking complaint status easily.</a:t>
            </a: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200" strike="noStrike" u="none">
                <a:solidFill>
                  <a:schemeClr val="lt1"/>
                </a:solidFill>
                <a:effectLst/>
                <a:uFillTx/>
                <a:latin typeface="Twentieth Century"/>
                <a:ea typeface="Twentieth Century"/>
              </a:rPr>
              <a:t>The system ensures faster resolution, better organization of data, and improved user satisfaction. It is simple, user-friendly, and useful for various organizations.</a:t>
            </a: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200" strike="noStrike" u="none">
                <a:solidFill>
                  <a:schemeClr val="lt1"/>
                </a:solidFill>
                <a:effectLst/>
                <a:uFillTx/>
                <a:latin typeface="Twentieth Century"/>
                <a:ea typeface="Twentieth Century"/>
              </a:rPr>
              <a:t>Overall, this project demonstrates how a basic system can improve complaint handling and management effectively.</a:t>
            </a:r>
            <a:endParaRPr b="0" lang="en-IN" sz="22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IN" sz="2200" strike="noStrike" u="none">
              <a:solidFill>
                <a:srgbClr val="000000"/>
              </a:solidFill>
              <a:effectLst/>
              <a:uFillTx/>
              <a:latin typeface="Arial"/>
            </a:endParaRPr>
          </a:p>
        </p:txBody>
      </p:sp>
      <p:pic>
        <p:nvPicPr>
          <p:cNvPr id="172" name="Google Shape;373;p38" descr="A blue and red logo&#10;&#10;AI-generated content may be incorrect."/>
          <p:cNvPicPr/>
          <p:nvPr/>
        </p:nvPicPr>
        <p:blipFill>
          <a:blip r:embed="rId1"/>
          <a:stretch/>
        </p:blipFill>
        <p:spPr>
          <a:xfrm>
            <a:off x="566280" y="654840"/>
            <a:ext cx="1875240" cy="466560"/>
          </a:xfrm>
          <a:prstGeom prst="rect">
            <a:avLst/>
          </a:prstGeom>
          <a:noFill/>
          <a:ln w="0">
            <a:noFill/>
          </a:ln>
        </p:spPr>
      </p:pic>
      <p:sp>
        <p:nvSpPr>
          <p:cNvPr id="173" name="Google Shape;374;p38"/>
          <p:cNvSpPr/>
          <p:nvPr/>
        </p:nvSpPr>
        <p:spPr>
          <a:xfrm>
            <a:off x="566280" y="590040"/>
            <a:ext cx="1875240" cy="5610600"/>
          </a:xfrm>
          <a:prstGeom prst="rect">
            <a:avLst/>
          </a:prstGeom>
          <a:noFill/>
          <a:ln w="0">
            <a:noFill/>
          </a:ln>
        </p:spPr>
        <p:style>
          <a:lnRef idx="0"/>
          <a:fillRef idx="0"/>
          <a:effectRef idx="0"/>
          <a:fontRef idx="minor"/>
        </p:style>
        <p:txBody>
          <a:bodyPr lIns="90000" rIns="90000" tIns="45000" bIns="45000" anchor="ctr">
            <a:normAutofit/>
          </a:bodyPr>
          <a:p>
            <a:pPr>
              <a:lnSpc>
                <a:spcPct val="80000"/>
              </a:lnSpc>
              <a:tabLst>
                <a:tab algn="l" pos="0"/>
              </a:tabLst>
            </a:pPr>
            <a:r>
              <a:rPr b="1" lang="en-US" sz="2000" strike="noStrike" u="none">
                <a:solidFill>
                  <a:srgbClr val="ffffff"/>
                </a:solidFill>
                <a:effectLst/>
                <a:uFillTx/>
                <a:latin typeface="Twentieth Century"/>
                <a:ea typeface="Twentieth Century"/>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Google Shape;390;p40"/>
          <p:cNvSpPr/>
          <p:nvPr/>
        </p:nvSpPr>
        <p:spPr>
          <a:xfrm>
            <a:off x="0" y="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175" name="Google Shape;391;p40"/>
          <p:cNvSpPr/>
          <p:nvPr/>
        </p:nvSpPr>
        <p:spPr>
          <a:xfrm>
            <a:off x="2772720" y="484560"/>
            <a:ext cx="8945280" cy="5878080"/>
          </a:xfrm>
          <a:prstGeom prst="rect">
            <a:avLst/>
          </a:prstGeom>
          <a:solidFill>
            <a:srgbClr val="404040"/>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ffffff"/>
              </a:solidFill>
              <a:effectLst/>
              <a:uFillTx/>
              <a:latin typeface="Arial"/>
            </a:endParaRPr>
          </a:p>
        </p:txBody>
      </p:sp>
      <p:sp>
        <p:nvSpPr>
          <p:cNvPr id="176" name="PlaceHolder 1"/>
          <p:cNvSpPr>
            <a:spLocks noGrp="1"/>
          </p:cNvSpPr>
          <p:nvPr>
            <p:ph type="title"/>
          </p:nvPr>
        </p:nvSpPr>
        <p:spPr>
          <a:xfrm>
            <a:off x="3418200" y="540000"/>
            <a:ext cx="7920360" cy="911520"/>
          </a:xfrm>
          <a:prstGeom prst="rect">
            <a:avLst/>
          </a:prstGeom>
          <a:noFill/>
          <a:ln w="0">
            <a:noFill/>
          </a:ln>
        </p:spPr>
        <p:txBody>
          <a:bodyPr lIns="91440" rIns="91440" tIns="45720" bIns="45720" anchor="ctr">
            <a:noAutofit/>
          </a:bodyPr>
          <a:p>
            <a:pPr indent="0">
              <a:lnSpc>
                <a:spcPct val="80000"/>
              </a:lnSpc>
              <a:buNone/>
              <a:tabLst>
                <a:tab algn="l" pos="0"/>
              </a:tabLst>
            </a:pPr>
            <a:r>
              <a:rPr b="1" lang="en-US" sz="4400" strike="noStrike" u="none">
                <a:solidFill>
                  <a:srgbClr val="fefefe"/>
                </a:solidFill>
                <a:effectLst/>
                <a:uFillTx/>
                <a:latin typeface="Twentieth Century"/>
                <a:ea typeface="Twentieth Century"/>
              </a:rPr>
              <a:t>FUTURE ENHANCEMENT</a:t>
            </a:r>
            <a:endParaRPr b="0" lang="en-IN" sz="4400" strike="noStrike" u="none">
              <a:solidFill>
                <a:srgbClr val="000000"/>
              </a:solidFill>
              <a:effectLst/>
              <a:uFillTx/>
              <a:latin typeface="Arial"/>
            </a:endParaRPr>
          </a:p>
        </p:txBody>
      </p:sp>
      <p:sp>
        <p:nvSpPr>
          <p:cNvPr id="177" name="Google Shape;393;p40"/>
          <p:cNvSpPr/>
          <p:nvPr/>
        </p:nvSpPr>
        <p:spPr>
          <a:xfrm>
            <a:off x="475200" y="484560"/>
            <a:ext cx="2125800" cy="587808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cxnSp>
        <p:nvCxnSpPr>
          <p:cNvPr id="178" name="Google Shape;394;p40"/>
          <p:cNvCxnSpPr/>
          <p:nvPr/>
        </p:nvCxnSpPr>
        <p:spPr>
          <a:xfrm flipV="1">
            <a:off x="3204720" y="540000"/>
            <a:ext cx="2880" cy="917280"/>
          </a:xfrm>
          <a:prstGeom prst="straightConnector1">
            <a:avLst/>
          </a:prstGeom>
          <a:ln w="19050">
            <a:solidFill>
              <a:schemeClr val="accent1">
                <a:alpha val="80000"/>
              </a:schemeClr>
            </a:solidFill>
            <a:round/>
          </a:ln>
        </p:spPr>
      </p:cxnSp>
      <p:sp>
        <p:nvSpPr>
          <p:cNvPr id="179" name="PlaceHolder 2"/>
          <p:cNvSpPr>
            <a:spLocks noGrp="1"/>
          </p:cNvSpPr>
          <p:nvPr>
            <p:ph/>
          </p:nvPr>
        </p:nvSpPr>
        <p:spPr>
          <a:xfrm>
            <a:off x="3207240" y="1702800"/>
            <a:ext cx="8182800" cy="4338000"/>
          </a:xfrm>
          <a:prstGeom prst="rect">
            <a:avLst/>
          </a:prstGeom>
          <a:noFill/>
          <a:ln w="0">
            <a:noFill/>
          </a:ln>
        </p:spPr>
        <p:txBody>
          <a:bodyPr lIns="45720" rIns="45720" tIns="45720" bIns="45720" anchor="t">
            <a:normAutofit lnSpcReduction="9999"/>
          </a:bodyPr>
          <a:p>
            <a:pPr indent="0">
              <a:lnSpc>
                <a:spcPct val="90000"/>
              </a:lnSpc>
              <a:spcBef>
                <a:spcPts val="1191"/>
              </a:spcBef>
              <a:spcAft>
                <a:spcPts val="992"/>
              </a:spcAft>
              <a:buNone/>
              <a:tabLst>
                <a:tab algn="l" pos="0"/>
              </a:tabLst>
            </a:pP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Add database support (MySQL) for permanent data storage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Develop a user-friendly GUI interface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Implement login and authentication system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Add email/SMS notifications for status updates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Create a mobile application version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Generate reports and analytics for complaints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2100" strike="noStrike" u="none">
                <a:solidFill>
                  <a:schemeClr val="lt1"/>
                </a:solidFill>
                <a:effectLst/>
                <a:uFillTx/>
                <a:latin typeface="Twentieth Century"/>
                <a:ea typeface="Twentieth Century"/>
              </a:rPr>
              <a:t>Improve security and data management </a:t>
            </a:r>
            <a:endParaRPr b="0" lang="en-IN" sz="21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IN" sz="2100" strike="noStrike" u="none">
              <a:solidFill>
                <a:srgbClr val="000000"/>
              </a:solidFill>
              <a:effectLst/>
              <a:uFillTx/>
              <a:latin typeface="Arial"/>
            </a:endParaRPr>
          </a:p>
        </p:txBody>
      </p:sp>
      <p:pic>
        <p:nvPicPr>
          <p:cNvPr id="180" name="Google Shape;396;p40" descr="A blue and red logo&#10;&#10;AI-generated content may be incorrect."/>
          <p:cNvPicPr/>
          <p:nvPr/>
        </p:nvPicPr>
        <p:blipFill>
          <a:blip r:embed="rId1"/>
          <a:stretch/>
        </p:blipFill>
        <p:spPr>
          <a:xfrm>
            <a:off x="566280" y="654840"/>
            <a:ext cx="1875240" cy="466560"/>
          </a:xfrm>
          <a:prstGeom prst="rect">
            <a:avLst/>
          </a:prstGeom>
          <a:noFill/>
          <a:ln w="0">
            <a:noFill/>
          </a:ln>
        </p:spPr>
      </p:pic>
      <p:sp>
        <p:nvSpPr>
          <p:cNvPr id="181" name="Google Shape;397;p40"/>
          <p:cNvSpPr/>
          <p:nvPr/>
        </p:nvSpPr>
        <p:spPr>
          <a:xfrm>
            <a:off x="566280" y="590040"/>
            <a:ext cx="1875240" cy="5610600"/>
          </a:xfrm>
          <a:prstGeom prst="rect">
            <a:avLst/>
          </a:prstGeom>
          <a:noFill/>
          <a:ln w="0">
            <a:noFill/>
          </a:ln>
        </p:spPr>
        <p:style>
          <a:lnRef idx="0"/>
          <a:fillRef idx="0"/>
          <a:effectRef idx="0"/>
          <a:fontRef idx="minor"/>
        </p:style>
        <p:txBody>
          <a:bodyPr lIns="90000" rIns="90000" tIns="45000" bIns="45000" anchor="ctr">
            <a:normAutofit/>
          </a:bodyPr>
          <a:p>
            <a:pPr>
              <a:lnSpc>
                <a:spcPct val="80000"/>
              </a:lnSpc>
              <a:tabLst>
                <a:tab algn="l" pos="0"/>
              </a:tabLst>
            </a:pPr>
            <a:r>
              <a:rPr b="1" lang="en-US" sz="2000" strike="noStrike" u="none">
                <a:solidFill>
                  <a:srgbClr val="ffffff"/>
                </a:solidFill>
                <a:effectLst/>
                <a:uFillTx/>
                <a:latin typeface="Twentieth Century"/>
                <a:ea typeface="Twentieth Century"/>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Google Shape;490;p48"/>
          <p:cNvSpPr/>
          <p:nvPr/>
        </p:nvSpPr>
        <p:spPr>
          <a:xfrm>
            <a:off x="0" y="0"/>
            <a:ext cx="12189240" cy="6855120"/>
          </a:xfrm>
          <a:prstGeom prst="rect">
            <a:avLst/>
          </a:prstGeom>
          <a:solidFill>
            <a:schemeClr val="l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183" name="Google Shape;491;p48"/>
          <p:cNvSpPr/>
          <p:nvPr/>
        </p:nvSpPr>
        <p:spPr>
          <a:xfrm>
            <a:off x="327600" y="321840"/>
            <a:ext cx="11548440" cy="621180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IN" sz="1400" strike="noStrike" u="none">
              <a:solidFill>
                <a:srgbClr val="000000"/>
              </a:solidFill>
              <a:effectLst/>
              <a:uFillTx/>
              <a:latin typeface="Arial"/>
            </a:endParaRPr>
          </a:p>
        </p:txBody>
      </p:sp>
      <p:sp>
        <p:nvSpPr>
          <p:cNvPr id="184" name="PlaceHolder 1"/>
          <p:cNvSpPr>
            <a:spLocks noGrp="1"/>
          </p:cNvSpPr>
          <p:nvPr>
            <p:ph type="title"/>
          </p:nvPr>
        </p:nvSpPr>
        <p:spPr>
          <a:xfrm>
            <a:off x="3600000" y="2520000"/>
            <a:ext cx="10326960" cy="1496880"/>
          </a:xfrm>
          <a:prstGeom prst="rect">
            <a:avLst/>
          </a:prstGeom>
          <a:noFill/>
          <a:ln w="0">
            <a:noFill/>
          </a:ln>
        </p:spPr>
        <p:txBody>
          <a:bodyPr lIns="91440" rIns="91440" tIns="45720" bIns="45720" anchor="ctr">
            <a:normAutofit/>
          </a:bodyPr>
          <a:p>
            <a:pPr indent="0">
              <a:lnSpc>
                <a:spcPct val="80000"/>
              </a:lnSpc>
              <a:buNone/>
              <a:tabLst>
                <a:tab algn="l" pos="0"/>
              </a:tabLst>
            </a:pPr>
            <a:r>
              <a:rPr b="1" lang="en-US" sz="6000" strike="noStrike" u="sng">
                <a:solidFill>
                  <a:srgbClr val="111111"/>
                </a:solidFill>
                <a:effectLst/>
                <a:uFillTx/>
                <a:latin typeface="Twentieth Century"/>
                <a:ea typeface="Twentieth Century"/>
              </a:rPr>
              <a:t>THANK YOU</a:t>
            </a:r>
            <a:endParaRPr b="0" lang="en-IN" sz="6000" strike="noStrike" u="none">
              <a:solidFill>
                <a:srgbClr val="000000"/>
              </a:solidFill>
              <a:effectLst/>
              <a:uFillTx/>
              <a:latin typeface="Arial"/>
            </a:endParaRPr>
          </a:p>
        </p:txBody>
      </p:sp>
      <p:cxnSp>
        <p:nvCxnSpPr>
          <p:cNvPr id="185" name="Google Shape;493;p48"/>
          <p:cNvCxnSpPr/>
          <p:nvPr/>
        </p:nvCxnSpPr>
        <p:spPr>
          <a:xfrm flipV="1">
            <a:off x="3418920" y="2700000"/>
            <a:ext cx="2880" cy="917280"/>
          </a:xfrm>
          <a:prstGeom prst="straightConnector1">
            <a:avLst/>
          </a:prstGeom>
          <a:ln w="19050">
            <a:solidFill>
              <a:srgbClr val="d0eef9"/>
            </a:solidFill>
            <a:round/>
          </a:ln>
        </p:spPr>
      </p:cxn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40</TotalTime>
  <Application>LibreOffice/25.2.7.2$Windows_X86_64 LibreOffice_project/5cbfd1ab6520636bb5f7b99185aa69bd7456825d</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
  <dcterms:modified xsi:type="dcterms:W3CDTF">2026-04-09T21:45:57Z</dcterms:modified>
  <cp:revision>8</cp:revision>
  <dc:subject/>
  <dc:title/>
</cp:coreProperties>
</file>

<file path=docProps/custom.xml><?xml version="1.0" encoding="utf-8"?>
<Properties xmlns="http://schemas.openxmlformats.org/officeDocument/2006/custom-properties" xmlns:vt="http://schemas.openxmlformats.org/officeDocument/2006/docPropsVTypes"/>
</file>